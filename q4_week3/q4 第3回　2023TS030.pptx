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58" r:id="rId5"/>
    <p:sldId id="260" r:id="rId6"/>
    <p:sldId id="261" r:id="rId7"/>
    <p:sldId id="262" r:id="rId8"/>
    <p:sldId id="264" r:id="rId9"/>
    <p:sldId id="263"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59" d="100"/>
          <a:sy n="59" d="100"/>
        </p:scale>
        <p:origin x="8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ata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83D206-E20F-4011-A973-153241BD5709}"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1DE9754-FA63-478A-BDD0-56F22B0DA895}">
      <dgm:prSet/>
      <dgm:spPr/>
      <dgm:t>
        <a:bodyPr/>
        <a:lstStyle/>
        <a:p>
          <a:pPr>
            <a:lnSpc>
              <a:spcPct val="100000"/>
            </a:lnSpc>
          </a:pPr>
          <a:r>
            <a:rPr lang="ja-JP"/>
            <a:t>・</a:t>
          </a:r>
          <a:r>
            <a:rPr lang="en-US"/>
            <a:t>1.</a:t>
          </a:r>
          <a:r>
            <a:rPr lang="ja-JP"/>
            <a:t>岡 実来</a:t>
          </a:r>
          <a:r>
            <a:rPr lang="en-US"/>
            <a:t>, </a:t>
          </a:r>
          <a:r>
            <a:rPr lang="ja-JP"/>
            <a:t>筋力トレーニングのリアルタイム視覚フィードバック用拡張現実感システム </a:t>
          </a:r>
          <a:r>
            <a:rPr lang="en-US"/>
            <a:t>An AR-based Real Time Feedback System of Strength Training, Google scholar, 2021</a:t>
          </a:r>
        </a:p>
      </dgm:t>
    </dgm:pt>
    <dgm:pt modelId="{B4CADA1A-FFA6-4478-A8B4-54F613E3F094}" type="parTrans" cxnId="{F04ACF0A-6D98-49BB-8BC2-838B02F6AB60}">
      <dgm:prSet/>
      <dgm:spPr/>
      <dgm:t>
        <a:bodyPr/>
        <a:lstStyle/>
        <a:p>
          <a:endParaRPr lang="en-US"/>
        </a:p>
      </dgm:t>
    </dgm:pt>
    <dgm:pt modelId="{2A1D4A10-AF56-48C6-9AC2-3FC72CAEA887}" type="sibTrans" cxnId="{F04ACF0A-6D98-49BB-8BC2-838B02F6AB60}">
      <dgm:prSet/>
      <dgm:spPr/>
      <dgm:t>
        <a:bodyPr/>
        <a:lstStyle/>
        <a:p>
          <a:endParaRPr lang="en-US"/>
        </a:p>
      </dgm:t>
    </dgm:pt>
    <dgm:pt modelId="{8C75D355-CBA7-4EB8-8317-EC2464F3A6BF}">
      <dgm:prSet/>
      <dgm:spPr/>
      <dgm:t>
        <a:bodyPr/>
        <a:lstStyle/>
        <a:p>
          <a:pPr>
            <a:lnSpc>
              <a:spcPct val="100000"/>
            </a:lnSpc>
          </a:pPr>
          <a:r>
            <a:rPr lang="ja-JP"/>
            <a:t>詳細</a:t>
          </a:r>
          <a:r>
            <a:rPr lang="en-US"/>
            <a:t>:</a:t>
          </a:r>
          <a:r>
            <a:rPr lang="ja-JP"/>
            <a:t>この研究では</a:t>
          </a:r>
          <a:r>
            <a:rPr lang="en-US"/>
            <a:t>,</a:t>
          </a:r>
          <a:r>
            <a:rPr lang="ja-JP"/>
            <a:t>自宅での筋力トレーニングを安全かつ正しく行うために</a:t>
          </a:r>
          <a:r>
            <a:rPr lang="en-US"/>
            <a:t>,</a:t>
          </a:r>
          <a:r>
            <a:rPr lang="ja-JP"/>
            <a:t>モーショ ンキャプチャー</a:t>
          </a:r>
          <a:r>
            <a:rPr lang="en-US"/>
            <a:t>(kinect)</a:t>
          </a:r>
          <a:r>
            <a:rPr lang="ja-JP"/>
            <a:t>と透過型</a:t>
          </a:r>
          <a:r>
            <a:rPr lang="en-US"/>
            <a:t>HMD(holoLens)</a:t>
          </a:r>
          <a:r>
            <a:rPr lang="ja-JP"/>
            <a:t>を用いる。主として筋力トレーニングの正しい動作の理解及び 再現させることを目的とする。また，腕立て伏せの動作に対して 姿勢の直線性・動作速度・呼吸タイミング・注 意点を指摘できる</a:t>
          </a:r>
          <a:r>
            <a:rPr lang="en-US"/>
            <a:t>.</a:t>
          </a:r>
        </a:p>
      </dgm:t>
    </dgm:pt>
    <dgm:pt modelId="{5D28E646-45BF-40B3-BCDD-86894BD03707}" type="parTrans" cxnId="{9A84E851-935E-4469-BA13-DE130265F9C3}">
      <dgm:prSet/>
      <dgm:spPr/>
      <dgm:t>
        <a:bodyPr/>
        <a:lstStyle/>
        <a:p>
          <a:endParaRPr lang="en-US"/>
        </a:p>
      </dgm:t>
    </dgm:pt>
    <dgm:pt modelId="{DBF05CB7-5F9A-4EB0-B9E0-08D0F4D2AEE1}" type="sibTrans" cxnId="{9A84E851-935E-4469-BA13-DE130265F9C3}">
      <dgm:prSet/>
      <dgm:spPr/>
      <dgm:t>
        <a:bodyPr/>
        <a:lstStyle/>
        <a:p>
          <a:endParaRPr lang="en-US"/>
        </a:p>
      </dgm:t>
    </dgm:pt>
    <dgm:pt modelId="{6CEEDC61-58D5-4E3D-92F0-C57F1434166B}" type="pres">
      <dgm:prSet presAssocID="{C583D206-E20F-4011-A973-153241BD5709}" presName="root" presStyleCnt="0">
        <dgm:presLayoutVars>
          <dgm:dir/>
          <dgm:resizeHandles val="exact"/>
        </dgm:presLayoutVars>
      </dgm:prSet>
      <dgm:spPr/>
    </dgm:pt>
    <dgm:pt modelId="{83AAAF97-2BAE-4805-AB00-21CD34F74184}" type="pres">
      <dgm:prSet presAssocID="{01DE9754-FA63-478A-BDD0-56F22B0DA895}" presName="compNode" presStyleCnt="0"/>
      <dgm:spPr/>
    </dgm:pt>
    <dgm:pt modelId="{1725B392-FE45-4573-AB85-121A08584B18}" type="pres">
      <dgm:prSet presAssocID="{01DE9754-FA63-478A-BDD0-56F22B0DA89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uscle Arm"/>
        </a:ext>
      </dgm:extLst>
    </dgm:pt>
    <dgm:pt modelId="{D7AF95AC-3260-447B-A5FF-C232249CA482}" type="pres">
      <dgm:prSet presAssocID="{01DE9754-FA63-478A-BDD0-56F22B0DA895}" presName="spaceRect" presStyleCnt="0"/>
      <dgm:spPr/>
    </dgm:pt>
    <dgm:pt modelId="{E86C92BC-4AB3-4CB3-B7D3-7544AA38C0E9}" type="pres">
      <dgm:prSet presAssocID="{01DE9754-FA63-478A-BDD0-56F22B0DA895}" presName="textRect" presStyleLbl="revTx" presStyleIdx="0" presStyleCnt="2">
        <dgm:presLayoutVars>
          <dgm:chMax val="1"/>
          <dgm:chPref val="1"/>
        </dgm:presLayoutVars>
      </dgm:prSet>
      <dgm:spPr/>
    </dgm:pt>
    <dgm:pt modelId="{153B1F63-1987-4564-A649-8A7A109F7EEA}" type="pres">
      <dgm:prSet presAssocID="{2A1D4A10-AF56-48C6-9AC2-3FC72CAEA887}" presName="sibTrans" presStyleCnt="0"/>
      <dgm:spPr/>
    </dgm:pt>
    <dgm:pt modelId="{CCC4D12A-4F38-48D9-A661-0E19E20A041F}" type="pres">
      <dgm:prSet presAssocID="{8C75D355-CBA7-4EB8-8317-EC2464F3A6BF}" presName="compNode" presStyleCnt="0"/>
      <dgm:spPr/>
    </dgm:pt>
    <dgm:pt modelId="{23EB1077-49AD-4626-B4E5-BAA6744D39A0}" type="pres">
      <dgm:prSet presAssocID="{8C75D355-CBA7-4EB8-8317-EC2464F3A6BF}"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ody Builder"/>
        </a:ext>
      </dgm:extLst>
    </dgm:pt>
    <dgm:pt modelId="{1DBAAC7F-1C07-443D-8EEF-6F941A9E6092}" type="pres">
      <dgm:prSet presAssocID="{8C75D355-CBA7-4EB8-8317-EC2464F3A6BF}" presName="spaceRect" presStyleCnt="0"/>
      <dgm:spPr/>
    </dgm:pt>
    <dgm:pt modelId="{150FA5D6-64CA-4024-B846-7BA214A9E795}" type="pres">
      <dgm:prSet presAssocID="{8C75D355-CBA7-4EB8-8317-EC2464F3A6BF}" presName="textRect" presStyleLbl="revTx" presStyleIdx="1" presStyleCnt="2">
        <dgm:presLayoutVars>
          <dgm:chMax val="1"/>
          <dgm:chPref val="1"/>
        </dgm:presLayoutVars>
      </dgm:prSet>
      <dgm:spPr/>
    </dgm:pt>
  </dgm:ptLst>
  <dgm:cxnLst>
    <dgm:cxn modelId="{F04ACF0A-6D98-49BB-8BC2-838B02F6AB60}" srcId="{C583D206-E20F-4011-A973-153241BD5709}" destId="{01DE9754-FA63-478A-BDD0-56F22B0DA895}" srcOrd="0" destOrd="0" parTransId="{B4CADA1A-FFA6-4478-A8B4-54F613E3F094}" sibTransId="{2A1D4A10-AF56-48C6-9AC2-3FC72CAEA887}"/>
    <dgm:cxn modelId="{1D255140-783E-4A97-B0DE-EF31813AE477}" type="presOf" srcId="{C583D206-E20F-4011-A973-153241BD5709}" destId="{6CEEDC61-58D5-4E3D-92F0-C57F1434166B}" srcOrd="0" destOrd="0" presId="urn:microsoft.com/office/officeart/2018/2/layout/IconLabelList"/>
    <dgm:cxn modelId="{9A84E851-935E-4469-BA13-DE130265F9C3}" srcId="{C583D206-E20F-4011-A973-153241BD5709}" destId="{8C75D355-CBA7-4EB8-8317-EC2464F3A6BF}" srcOrd="1" destOrd="0" parTransId="{5D28E646-45BF-40B3-BCDD-86894BD03707}" sibTransId="{DBF05CB7-5F9A-4EB0-B9E0-08D0F4D2AEE1}"/>
    <dgm:cxn modelId="{35C385D5-8C68-4BF7-AD69-28D06CF56F75}" type="presOf" srcId="{8C75D355-CBA7-4EB8-8317-EC2464F3A6BF}" destId="{150FA5D6-64CA-4024-B846-7BA214A9E795}" srcOrd="0" destOrd="0" presId="urn:microsoft.com/office/officeart/2018/2/layout/IconLabelList"/>
    <dgm:cxn modelId="{641417DF-D7FD-464A-AE88-608C1422EFF5}" type="presOf" srcId="{01DE9754-FA63-478A-BDD0-56F22B0DA895}" destId="{E86C92BC-4AB3-4CB3-B7D3-7544AA38C0E9}" srcOrd="0" destOrd="0" presId="urn:microsoft.com/office/officeart/2018/2/layout/IconLabelList"/>
    <dgm:cxn modelId="{87237BC0-6374-4A9D-8E94-48815D1852D1}" type="presParOf" srcId="{6CEEDC61-58D5-4E3D-92F0-C57F1434166B}" destId="{83AAAF97-2BAE-4805-AB00-21CD34F74184}" srcOrd="0" destOrd="0" presId="urn:microsoft.com/office/officeart/2018/2/layout/IconLabelList"/>
    <dgm:cxn modelId="{DA793CD1-A44D-40FD-9C2C-9F1F5BE26364}" type="presParOf" srcId="{83AAAF97-2BAE-4805-AB00-21CD34F74184}" destId="{1725B392-FE45-4573-AB85-121A08584B18}" srcOrd="0" destOrd="0" presId="urn:microsoft.com/office/officeart/2018/2/layout/IconLabelList"/>
    <dgm:cxn modelId="{DCBE65C5-742F-4D7D-B3B0-95F65D18C2F3}" type="presParOf" srcId="{83AAAF97-2BAE-4805-AB00-21CD34F74184}" destId="{D7AF95AC-3260-447B-A5FF-C232249CA482}" srcOrd="1" destOrd="0" presId="urn:microsoft.com/office/officeart/2018/2/layout/IconLabelList"/>
    <dgm:cxn modelId="{CB67229B-3E61-43EF-9B3C-F3E39DE9ADD3}" type="presParOf" srcId="{83AAAF97-2BAE-4805-AB00-21CD34F74184}" destId="{E86C92BC-4AB3-4CB3-B7D3-7544AA38C0E9}" srcOrd="2" destOrd="0" presId="urn:microsoft.com/office/officeart/2018/2/layout/IconLabelList"/>
    <dgm:cxn modelId="{7AF8C808-4DE8-462F-9023-DBBF394C84D5}" type="presParOf" srcId="{6CEEDC61-58D5-4E3D-92F0-C57F1434166B}" destId="{153B1F63-1987-4564-A649-8A7A109F7EEA}" srcOrd="1" destOrd="0" presId="urn:microsoft.com/office/officeart/2018/2/layout/IconLabelList"/>
    <dgm:cxn modelId="{5C422475-387D-4E56-B4EF-588CF269C525}" type="presParOf" srcId="{6CEEDC61-58D5-4E3D-92F0-C57F1434166B}" destId="{CCC4D12A-4F38-48D9-A661-0E19E20A041F}" srcOrd="2" destOrd="0" presId="urn:microsoft.com/office/officeart/2018/2/layout/IconLabelList"/>
    <dgm:cxn modelId="{F0827CC0-7FE8-4F59-AF2B-2861672F61D4}" type="presParOf" srcId="{CCC4D12A-4F38-48D9-A661-0E19E20A041F}" destId="{23EB1077-49AD-4626-B4E5-BAA6744D39A0}" srcOrd="0" destOrd="0" presId="urn:microsoft.com/office/officeart/2018/2/layout/IconLabelList"/>
    <dgm:cxn modelId="{A80B07C7-E854-48C3-9237-323FA0C0F185}" type="presParOf" srcId="{CCC4D12A-4F38-48D9-A661-0E19E20A041F}" destId="{1DBAAC7F-1C07-443D-8EEF-6F941A9E6092}" srcOrd="1" destOrd="0" presId="urn:microsoft.com/office/officeart/2018/2/layout/IconLabelList"/>
    <dgm:cxn modelId="{B55D44DB-EE64-4D95-B927-142B9DA428FD}" type="presParOf" srcId="{CCC4D12A-4F38-48D9-A661-0E19E20A041F}" destId="{150FA5D6-64CA-4024-B846-7BA214A9E795}"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66D9844-47B2-4D2C-B93A-6FABEC32F1D5}"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F4B414B2-C9EA-439B-AB62-34F7F8550339}">
      <dgm:prSet/>
      <dgm:spPr/>
      <dgm:t>
        <a:bodyPr/>
        <a:lstStyle/>
        <a:p>
          <a:r>
            <a:rPr lang="ja-JP" b="1"/>
            <a:t>モーションキャプチャー</a:t>
          </a:r>
          <a:r>
            <a:rPr lang="en-US" b="1"/>
            <a:t>:</a:t>
          </a:r>
          <a:r>
            <a:rPr lang="ja-JP" b="1"/>
            <a:t>カメラによって計測した人間の動作を利用するシステム。</a:t>
          </a:r>
          <a:endParaRPr lang="en-US"/>
        </a:p>
      </dgm:t>
    </dgm:pt>
    <dgm:pt modelId="{59DEAA68-E325-4890-BA9A-7C44959B5CD9}" type="parTrans" cxnId="{79D028B4-4B4E-430F-A9F8-E0CAB76870D7}">
      <dgm:prSet/>
      <dgm:spPr/>
      <dgm:t>
        <a:bodyPr/>
        <a:lstStyle/>
        <a:p>
          <a:endParaRPr lang="en-US"/>
        </a:p>
      </dgm:t>
    </dgm:pt>
    <dgm:pt modelId="{D051DDE6-A5D6-4E0E-A16F-8C6570136866}" type="sibTrans" cxnId="{79D028B4-4B4E-430F-A9F8-E0CAB76870D7}">
      <dgm:prSet/>
      <dgm:spPr/>
      <dgm:t>
        <a:bodyPr/>
        <a:lstStyle/>
        <a:p>
          <a:endParaRPr lang="en-US"/>
        </a:p>
      </dgm:t>
    </dgm:pt>
    <dgm:pt modelId="{7624F3CE-CC32-4BDF-BA00-026D6829FE90}">
      <dgm:prSet/>
      <dgm:spPr/>
      <dgm:t>
        <a:bodyPr/>
        <a:lstStyle/>
        <a:p>
          <a:r>
            <a:rPr lang="en-US" b="1"/>
            <a:t>Kinect:Microsoft</a:t>
          </a:r>
          <a:r>
            <a:rPr lang="ja-JP" b="1"/>
            <a:t>が開発した</a:t>
          </a:r>
          <a:r>
            <a:rPr lang="en-US" b="1"/>
            <a:t>PC</a:t>
          </a:r>
          <a:r>
            <a:rPr lang="ja-JP" b="1"/>
            <a:t>と</a:t>
          </a:r>
          <a:r>
            <a:rPr lang="en-US" b="1"/>
            <a:t>USB</a:t>
          </a:r>
          <a:r>
            <a:rPr lang="ja-JP" b="1"/>
            <a:t>接続をしてカラー映像と赤外線で撮影</a:t>
          </a:r>
          <a:r>
            <a:rPr lang="en-US" b="1"/>
            <a:t>,</a:t>
          </a:r>
          <a:r>
            <a:rPr lang="ja-JP" b="1"/>
            <a:t>計測できるカメラ</a:t>
          </a:r>
          <a:endParaRPr lang="en-US"/>
        </a:p>
      </dgm:t>
    </dgm:pt>
    <dgm:pt modelId="{A4B2CF57-08E9-46B3-BB50-0812A857CDF9}" type="parTrans" cxnId="{074EF2C9-A3A8-45BC-99CE-67B8E810B3AD}">
      <dgm:prSet/>
      <dgm:spPr/>
      <dgm:t>
        <a:bodyPr/>
        <a:lstStyle/>
        <a:p>
          <a:endParaRPr lang="en-US"/>
        </a:p>
      </dgm:t>
    </dgm:pt>
    <dgm:pt modelId="{B496473B-62B4-49D0-AF34-3DEAF7184075}" type="sibTrans" cxnId="{074EF2C9-A3A8-45BC-99CE-67B8E810B3AD}">
      <dgm:prSet/>
      <dgm:spPr/>
      <dgm:t>
        <a:bodyPr/>
        <a:lstStyle/>
        <a:p>
          <a:endParaRPr lang="en-US"/>
        </a:p>
      </dgm:t>
    </dgm:pt>
    <dgm:pt modelId="{282BCC93-8774-40C1-8345-DA3A3252EBE9}">
      <dgm:prSet/>
      <dgm:spPr/>
      <dgm:t>
        <a:bodyPr/>
        <a:lstStyle/>
        <a:p>
          <a:r>
            <a:rPr lang="en-US" b="1"/>
            <a:t>HoloLens:</a:t>
          </a:r>
          <a:r>
            <a:rPr lang="ja-JP"/>
            <a:t>仮想オブジェクトが現実世界の中に自然に存在するように見え、ユーザーとのインタラクションが可能になります。また、手や指のジェスチャー、音声コマンド、視線操作など多様な入力方法をサポートし、直感的でハンズフリーな操作が可能</a:t>
          </a:r>
          <a:endParaRPr lang="en-US"/>
        </a:p>
      </dgm:t>
    </dgm:pt>
    <dgm:pt modelId="{7D403F09-D65C-4CDB-A37B-113C3A3520EA}" type="parTrans" cxnId="{61DEA83E-AF3D-4033-8845-971BAC2911B6}">
      <dgm:prSet/>
      <dgm:spPr/>
      <dgm:t>
        <a:bodyPr/>
        <a:lstStyle/>
        <a:p>
          <a:endParaRPr lang="en-US"/>
        </a:p>
      </dgm:t>
    </dgm:pt>
    <dgm:pt modelId="{D81E9D6C-F2F9-4560-A4B6-7FFE647C200D}" type="sibTrans" cxnId="{61DEA83E-AF3D-4033-8845-971BAC2911B6}">
      <dgm:prSet/>
      <dgm:spPr/>
      <dgm:t>
        <a:bodyPr/>
        <a:lstStyle/>
        <a:p>
          <a:endParaRPr lang="en-US"/>
        </a:p>
      </dgm:t>
    </dgm:pt>
    <dgm:pt modelId="{23B552CB-8230-49C9-9C44-C7A7F47A28ED}" type="pres">
      <dgm:prSet presAssocID="{C66D9844-47B2-4D2C-B93A-6FABEC32F1D5}" presName="hierChild1" presStyleCnt="0">
        <dgm:presLayoutVars>
          <dgm:chPref val="1"/>
          <dgm:dir/>
          <dgm:animOne val="branch"/>
          <dgm:animLvl val="lvl"/>
          <dgm:resizeHandles/>
        </dgm:presLayoutVars>
      </dgm:prSet>
      <dgm:spPr/>
    </dgm:pt>
    <dgm:pt modelId="{C64E59BA-7760-4A63-97E1-11A3F7C2558A}" type="pres">
      <dgm:prSet presAssocID="{F4B414B2-C9EA-439B-AB62-34F7F8550339}" presName="hierRoot1" presStyleCnt="0"/>
      <dgm:spPr/>
    </dgm:pt>
    <dgm:pt modelId="{1B5EA393-5171-4AEA-AC82-17F54E845B0C}" type="pres">
      <dgm:prSet presAssocID="{F4B414B2-C9EA-439B-AB62-34F7F8550339}" presName="composite" presStyleCnt="0"/>
      <dgm:spPr/>
    </dgm:pt>
    <dgm:pt modelId="{93B79BBE-069B-47DF-B74A-930320C2BFBC}" type="pres">
      <dgm:prSet presAssocID="{F4B414B2-C9EA-439B-AB62-34F7F8550339}" presName="background" presStyleLbl="node0" presStyleIdx="0" presStyleCnt="3"/>
      <dgm:spPr/>
    </dgm:pt>
    <dgm:pt modelId="{602E72BC-C11C-4B3F-916F-995775F647EA}" type="pres">
      <dgm:prSet presAssocID="{F4B414B2-C9EA-439B-AB62-34F7F8550339}" presName="text" presStyleLbl="fgAcc0" presStyleIdx="0" presStyleCnt="3">
        <dgm:presLayoutVars>
          <dgm:chPref val="3"/>
        </dgm:presLayoutVars>
      </dgm:prSet>
      <dgm:spPr/>
    </dgm:pt>
    <dgm:pt modelId="{26DD869B-3BB8-4444-8135-497C7529172A}" type="pres">
      <dgm:prSet presAssocID="{F4B414B2-C9EA-439B-AB62-34F7F8550339}" presName="hierChild2" presStyleCnt="0"/>
      <dgm:spPr/>
    </dgm:pt>
    <dgm:pt modelId="{A64146C9-D631-46D6-A1FA-D0EF4034E735}" type="pres">
      <dgm:prSet presAssocID="{7624F3CE-CC32-4BDF-BA00-026D6829FE90}" presName="hierRoot1" presStyleCnt="0"/>
      <dgm:spPr/>
    </dgm:pt>
    <dgm:pt modelId="{2324A394-7B00-42BC-B23E-3167B17A7BFC}" type="pres">
      <dgm:prSet presAssocID="{7624F3CE-CC32-4BDF-BA00-026D6829FE90}" presName="composite" presStyleCnt="0"/>
      <dgm:spPr/>
    </dgm:pt>
    <dgm:pt modelId="{FC2FEC6F-8B80-4ADB-BAE3-08C6CA7C239F}" type="pres">
      <dgm:prSet presAssocID="{7624F3CE-CC32-4BDF-BA00-026D6829FE90}" presName="background" presStyleLbl="node0" presStyleIdx="1" presStyleCnt="3"/>
      <dgm:spPr/>
    </dgm:pt>
    <dgm:pt modelId="{AFA5D348-13BE-4E89-B7B1-57E3D5F98CA4}" type="pres">
      <dgm:prSet presAssocID="{7624F3CE-CC32-4BDF-BA00-026D6829FE90}" presName="text" presStyleLbl="fgAcc0" presStyleIdx="1" presStyleCnt="3">
        <dgm:presLayoutVars>
          <dgm:chPref val="3"/>
        </dgm:presLayoutVars>
      </dgm:prSet>
      <dgm:spPr/>
    </dgm:pt>
    <dgm:pt modelId="{9498B192-B66B-4204-9B49-75BAA43D6A5C}" type="pres">
      <dgm:prSet presAssocID="{7624F3CE-CC32-4BDF-BA00-026D6829FE90}" presName="hierChild2" presStyleCnt="0"/>
      <dgm:spPr/>
    </dgm:pt>
    <dgm:pt modelId="{6EB9EA0E-2BE4-4630-B4BC-D4F43E7E282D}" type="pres">
      <dgm:prSet presAssocID="{282BCC93-8774-40C1-8345-DA3A3252EBE9}" presName="hierRoot1" presStyleCnt="0"/>
      <dgm:spPr/>
    </dgm:pt>
    <dgm:pt modelId="{8E1BF979-BB49-4A0B-BBD3-D4CAA97855AD}" type="pres">
      <dgm:prSet presAssocID="{282BCC93-8774-40C1-8345-DA3A3252EBE9}" presName="composite" presStyleCnt="0"/>
      <dgm:spPr/>
    </dgm:pt>
    <dgm:pt modelId="{1B3DF20D-53AA-493D-9C57-A70C4BAB5E77}" type="pres">
      <dgm:prSet presAssocID="{282BCC93-8774-40C1-8345-DA3A3252EBE9}" presName="background" presStyleLbl="node0" presStyleIdx="2" presStyleCnt="3"/>
      <dgm:spPr/>
    </dgm:pt>
    <dgm:pt modelId="{AA59A676-7DA6-4DA8-991F-2144EBD89320}" type="pres">
      <dgm:prSet presAssocID="{282BCC93-8774-40C1-8345-DA3A3252EBE9}" presName="text" presStyleLbl="fgAcc0" presStyleIdx="2" presStyleCnt="3">
        <dgm:presLayoutVars>
          <dgm:chPref val="3"/>
        </dgm:presLayoutVars>
      </dgm:prSet>
      <dgm:spPr/>
    </dgm:pt>
    <dgm:pt modelId="{F758FD85-7280-4E81-AF9E-3AAFF02BAAE5}" type="pres">
      <dgm:prSet presAssocID="{282BCC93-8774-40C1-8345-DA3A3252EBE9}" presName="hierChild2" presStyleCnt="0"/>
      <dgm:spPr/>
    </dgm:pt>
  </dgm:ptLst>
  <dgm:cxnLst>
    <dgm:cxn modelId="{9B5C0725-A7A7-4C50-8048-6242C237E361}" type="presOf" srcId="{F4B414B2-C9EA-439B-AB62-34F7F8550339}" destId="{602E72BC-C11C-4B3F-916F-995775F647EA}" srcOrd="0" destOrd="0" presId="urn:microsoft.com/office/officeart/2005/8/layout/hierarchy1"/>
    <dgm:cxn modelId="{61DEA83E-AF3D-4033-8845-971BAC2911B6}" srcId="{C66D9844-47B2-4D2C-B93A-6FABEC32F1D5}" destId="{282BCC93-8774-40C1-8345-DA3A3252EBE9}" srcOrd="2" destOrd="0" parTransId="{7D403F09-D65C-4CDB-A37B-113C3A3520EA}" sibTransId="{D81E9D6C-F2F9-4560-A4B6-7FFE647C200D}"/>
    <dgm:cxn modelId="{AA723C72-EBF9-444B-8A77-BDCC15DE39BF}" type="presOf" srcId="{7624F3CE-CC32-4BDF-BA00-026D6829FE90}" destId="{AFA5D348-13BE-4E89-B7B1-57E3D5F98CA4}" srcOrd="0" destOrd="0" presId="urn:microsoft.com/office/officeart/2005/8/layout/hierarchy1"/>
    <dgm:cxn modelId="{3B508A72-D35C-4414-B297-A033D45B5E72}" type="presOf" srcId="{282BCC93-8774-40C1-8345-DA3A3252EBE9}" destId="{AA59A676-7DA6-4DA8-991F-2144EBD89320}" srcOrd="0" destOrd="0" presId="urn:microsoft.com/office/officeart/2005/8/layout/hierarchy1"/>
    <dgm:cxn modelId="{79D028B4-4B4E-430F-A9F8-E0CAB76870D7}" srcId="{C66D9844-47B2-4D2C-B93A-6FABEC32F1D5}" destId="{F4B414B2-C9EA-439B-AB62-34F7F8550339}" srcOrd="0" destOrd="0" parTransId="{59DEAA68-E325-4890-BA9A-7C44959B5CD9}" sibTransId="{D051DDE6-A5D6-4E0E-A16F-8C6570136866}"/>
    <dgm:cxn modelId="{3619F6C2-B881-43DF-9F11-1C448EAC72C8}" type="presOf" srcId="{C66D9844-47B2-4D2C-B93A-6FABEC32F1D5}" destId="{23B552CB-8230-49C9-9C44-C7A7F47A28ED}" srcOrd="0" destOrd="0" presId="urn:microsoft.com/office/officeart/2005/8/layout/hierarchy1"/>
    <dgm:cxn modelId="{074EF2C9-A3A8-45BC-99CE-67B8E810B3AD}" srcId="{C66D9844-47B2-4D2C-B93A-6FABEC32F1D5}" destId="{7624F3CE-CC32-4BDF-BA00-026D6829FE90}" srcOrd="1" destOrd="0" parTransId="{A4B2CF57-08E9-46B3-BB50-0812A857CDF9}" sibTransId="{B496473B-62B4-49D0-AF34-3DEAF7184075}"/>
    <dgm:cxn modelId="{747EF56C-3A4E-4B59-8D85-4731A3AF24FF}" type="presParOf" srcId="{23B552CB-8230-49C9-9C44-C7A7F47A28ED}" destId="{C64E59BA-7760-4A63-97E1-11A3F7C2558A}" srcOrd="0" destOrd="0" presId="urn:microsoft.com/office/officeart/2005/8/layout/hierarchy1"/>
    <dgm:cxn modelId="{B98E3640-2681-4A95-8E68-27813609D469}" type="presParOf" srcId="{C64E59BA-7760-4A63-97E1-11A3F7C2558A}" destId="{1B5EA393-5171-4AEA-AC82-17F54E845B0C}" srcOrd="0" destOrd="0" presId="urn:microsoft.com/office/officeart/2005/8/layout/hierarchy1"/>
    <dgm:cxn modelId="{76A78AE8-9DB8-4E67-A06D-76D597F6D029}" type="presParOf" srcId="{1B5EA393-5171-4AEA-AC82-17F54E845B0C}" destId="{93B79BBE-069B-47DF-B74A-930320C2BFBC}" srcOrd="0" destOrd="0" presId="urn:microsoft.com/office/officeart/2005/8/layout/hierarchy1"/>
    <dgm:cxn modelId="{133C1D58-2823-4A0C-91AE-FC3C90A5FB39}" type="presParOf" srcId="{1B5EA393-5171-4AEA-AC82-17F54E845B0C}" destId="{602E72BC-C11C-4B3F-916F-995775F647EA}" srcOrd="1" destOrd="0" presId="urn:microsoft.com/office/officeart/2005/8/layout/hierarchy1"/>
    <dgm:cxn modelId="{82515FDB-F8F3-443D-9B2D-9EE9BE9AC225}" type="presParOf" srcId="{C64E59BA-7760-4A63-97E1-11A3F7C2558A}" destId="{26DD869B-3BB8-4444-8135-497C7529172A}" srcOrd="1" destOrd="0" presId="urn:microsoft.com/office/officeart/2005/8/layout/hierarchy1"/>
    <dgm:cxn modelId="{8BB1CCEB-276D-4502-B6F9-C89A32ED8FCF}" type="presParOf" srcId="{23B552CB-8230-49C9-9C44-C7A7F47A28ED}" destId="{A64146C9-D631-46D6-A1FA-D0EF4034E735}" srcOrd="1" destOrd="0" presId="urn:microsoft.com/office/officeart/2005/8/layout/hierarchy1"/>
    <dgm:cxn modelId="{5644140B-2BB5-4268-A3D1-22BEB629197E}" type="presParOf" srcId="{A64146C9-D631-46D6-A1FA-D0EF4034E735}" destId="{2324A394-7B00-42BC-B23E-3167B17A7BFC}" srcOrd="0" destOrd="0" presId="urn:microsoft.com/office/officeart/2005/8/layout/hierarchy1"/>
    <dgm:cxn modelId="{9E01884B-4F99-4B85-9A8D-3E9B7610DF93}" type="presParOf" srcId="{2324A394-7B00-42BC-B23E-3167B17A7BFC}" destId="{FC2FEC6F-8B80-4ADB-BAE3-08C6CA7C239F}" srcOrd="0" destOrd="0" presId="urn:microsoft.com/office/officeart/2005/8/layout/hierarchy1"/>
    <dgm:cxn modelId="{9B1E6AE5-B418-46D2-BFD8-E3F8CEA4A679}" type="presParOf" srcId="{2324A394-7B00-42BC-B23E-3167B17A7BFC}" destId="{AFA5D348-13BE-4E89-B7B1-57E3D5F98CA4}" srcOrd="1" destOrd="0" presId="urn:microsoft.com/office/officeart/2005/8/layout/hierarchy1"/>
    <dgm:cxn modelId="{9F478EC4-128A-4EB8-B8A8-82D854B4A284}" type="presParOf" srcId="{A64146C9-D631-46D6-A1FA-D0EF4034E735}" destId="{9498B192-B66B-4204-9B49-75BAA43D6A5C}" srcOrd="1" destOrd="0" presId="urn:microsoft.com/office/officeart/2005/8/layout/hierarchy1"/>
    <dgm:cxn modelId="{7BD1EE31-48BA-4615-9BEC-93542148136B}" type="presParOf" srcId="{23B552CB-8230-49C9-9C44-C7A7F47A28ED}" destId="{6EB9EA0E-2BE4-4630-B4BC-D4F43E7E282D}" srcOrd="2" destOrd="0" presId="urn:microsoft.com/office/officeart/2005/8/layout/hierarchy1"/>
    <dgm:cxn modelId="{A9F529A2-01AE-4CFA-93FB-57BF7FA1AA85}" type="presParOf" srcId="{6EB9EA0E-2BE4-4630-B4BC-D4F43E7E282D}" destId="{8E1BF979-BB49-4A0B-BBD3-D4CAA97855AD}" srcOrd="0" destOrd="0" presId="urn:microsoft.com/office/officeart/2005/8/layout/hierarchy1"/>
    <dgm:cxn modelId="{82B61DFE-41F2-47F2-B8D9-6A92FFEE9361}" type="presParOf" srcId="{8E1BF979-BB49-4A0B-BBD3-D4CAA97855AD}" destId="{1B3DF20D-53AA-493D-9C57-A70C4BAB5E77}" srcOrd="0" destOrd="0" presId="urn:microsoft.com/office/officeart/2005/8/layout/hierarchy1"/>
    <dgm:cxn modelId="{5F6FB444-D8E2-4103-B328-379C50A40BD4}" type="presParOf" srcId="{8E1BF979-BB49-4A0B-BBD3-D4CAA97855AD}" destId="{AA59A676-7DA6-4DA8-991F-2144EBD89320}" srcOrd="1" destOrd="0" presId="urn:microsoft.com/office/officeart/2005/8/layout/hierarchy1"/>
    <dgm:cxn modelId="{DF184D52-1F2B-4856-9562-033BD92FB4D4}" type="presParOf" srcId="{6EB9EA0E-2BE4-4630-B4BC-D4F43E7E282D}" destId="{F758FD85-7280-4E81-AF9E-3AAFF02BAAE5}"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11A9F9F-B890-4E4F-8804-68E61E5F4C8F}"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1C2037FA-A3E3-4AFE-AFD1-08CE5C3AD8BB}">
      <dgm:prSet/>
      <dgm:spPr/>
      <dgm:t>
        <a:bodyPr/>
        <a:lstStyle/>
        <a:p>
          <a:r>
            <a:rPr kumimoji="1" lang="en-US"/>
            <a:t>2.</a:t>
          </a:r>
          <a:r>
            <a:rPr lang="ja-JP"/>
            <a:t>藤本 彬仁</a:t>
          </a:r>
          <a:r>
            <a:rPr lang="en-US"/>
            <a:t>,</a:t>
          </a:r>
          <a:r>
            <a:rPr lang="ja-JP"/>
            <a:t>牛尼 剛聡</a:t>
          </a:r>
          <a:r>
            <a:rPr lang="en-US"/>
            <a:t>,</a:t>
          </a:r>
          <a:r>
            <a:rPr lang="ja-JP"/>
            <a:t>筋力トレーニング支援のための多種目トレーニング動画からの複数部位の筋電位推定</a:t>
          </a:r>
          <a:r>
            <a:rPr lang="en-US"/>
            <a:t>,Google scholar, 2022</a:t>
          </a:r>
        </a:p>
      </dgm:t>
    </dgm:pt>
    <dgm:pt modelId="{87AEB325-20A1-434E-BF01-9298F45FDD49}" type="parTrans" cxnId="{59D3BC21-A655-4A1C-9897-E42A9892D8E1}">
      <dgm:prSet/>
      <dgm:spPr/>
      <dgm:t>
        <a:bodyPr/>
        <a:lstStyle/>
        <a:p>
          <a:endParaRPr lang="en-US"/>
        </a:p>
      </dgm:t>
    </dgm:pt>
    <dgm:pt modelId="{C66DF6EB-EE86-406B-B017-2C5F3E66DC9B}" type="sibTrans" cxnId="{59D3BC21-A655-4A1C-9897-E42A9892D8E1}">
      <dgm:prSet/>
      <dgm:spPr/>
      <dgm:t>
        <a:bodyPr/>
        <a:lstStyle/>
        <a:p>
          <a:endParaRPr lang="en-US"/>
        </a:p>
      </dgm:t>
    </dgm:pt>
    <dgm:pt modelId="{C440201D-5542-4DBE-8549-3B69F24CDF98}">
      <dgm:prSet/>
      <dgm:spPr/>
      <dgm:t>
        <a:bodyPr/>
        <a:lstStyle/>
        <a:p>
          <a:r>
            <a:rPr lang="ja-JP"/>
            <a:t>詳細</a:t>
          </a:r>
          <a:r>
            <a:rPr lang="en-US"/>
            <a:t>:</a:t>
          </a:r>
          <a:r>
            <a:rPr lang="ja-JP"/>
            <a:t>この研究では</a:t>
          </a:r>
          <a:r>
            <a:rPr lang="en-US"/>
            <a:t>,</a:t>
          </a:r>
          <a:r>
            <a:rPr lang="ja-JP"/>
            <a:t>スマートフォンという媒体で撮影したトレーニングの動画だけで運 動効果を評価できるシステムを作ることが目的であり</a:t>
          </a:r>
          <a:r>
            <a:rPr lang="en-US"/>
            <a:t>,</a:t>
          </a:r>
          <a:r>
            <a:rPr lang="ja-JP"/>
            <a:t>筋電位を測れば効果を正確に評価 できるが筋電位センサは導入コストが高く</a:t>
          </a:r>
          <a:r>
            <a:rPr lang="en-US"/>
            <a:t>,</a:t>
          </a:r>
          <a:r>
            <a:rPr lang="ja-JP"/>
            <a:t>装着しながらのトレーニングは煩雑に感じる 可能性もあり現実的ではないため、深層学習を利用したトレーニング種 目の検知，及び，筋電位予測モデルの学習を行うそして，学習済みのモデルを利用して， トレーニング動画のみから運動効果を予測する</a:t>
          </a:r>
          <a:endParaRPr lang="en-US"/>
        </a:p>
      </dgm:t>
    </dgm:pt>
    <dgm:pt modelId="{17F32363-8009-457D-BD04-9D34340D218D}" type="parTrans" cxnId="{915207FE-606E-425D-9AD4-AC50CFFF6638}">
      <dgm:prSet/>
      <dgm:spPr/>
      <dgm:t>
        <a:bodyPr/>
        <a:lstStyle/>
        <a:p>
          <a:endParaRPr lang="en-US"/>
        </a:p>
      </dgm:t>
    </dgm:pt>
    <dgm:pt modelId="{7099D0AC-119A-4526-8DC6-D8E85C46055B}" type="sibTrans" cxnId="{915207FE-606E-425D-9AD4-AC50CFFF6638}">
      <dgm:prSet/>
      <dgm:spPr/>
      <dgm:t>
        <a:bodyPr/>
        <a:lstStyle/>
        <a:p>
          <a:endParaRPr lang="en-US"/>
        </a:p>
      </dgm:t>
    </dgm:pt>
    <dgm:pt modelId="{D23FE918-283E-415F-8FDB-2C03126B4B6A}" type="pres">
      <dgm:prSet presAssocID="{011A9F9F-B890-4E4F-8804-68E61E5F4C8F}" presName="root" presStyleCnt="0">
        <dgm:presLayoutVars>
          <dgm:dir/>
          <dgm:resizeHandles val="exact"/>
        </dgm:presLayoutVars>
      </dgm:prSet>
      <dgm:spPr/>
    </dgm:pt>
    <dgm:pt modelId="{FBF1F85A-BDCC-43F4-8536-A3AA19E3FFDF}" type="pres">
      <dgm:prSet presAssocID="{1C2037FA-A3E3-4AFE-AFD1-08CE5C3AD8BB}" presName="compNode" presStyleCnt="0"/>
      <dgm:spPr/>
    </dgm:pt>
    <dgm:pt modelId="{836A2BDC-B8EB-4B04-9B97-AF01D35107BF}" type="pres">
      <dgm:prSet presAssocID="{1C2037FA-A3E3-4AFE-AFD1-08CE5C3AD8B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dy Builder"/>
        </a:ext>
      </dgm:extLst>
    </dgm:pt>
    <dgm:pt modelId="{5E3D0770-D20F-4FE1-9771-F851E3559101}" type="pres">
      <dgm:prSet presAssocID="{1C2037FA-A3E3-4AFE-AFD1-08CE5C3AD8BB}" presName="spaceRect" presStyleCnt="0"/>
      <dgm:spPr/>
    </dgm:pt>
    <dgm:pt modelId="{95FA2BDD-16D4-4DC6-876B-3AD4F1F8D7D6}" type="pres">
      <dgm:prSet presAssocID="{1C2037FA-A3E3-4AFE-AFD1-08CE5C3AD8BB}" presName="textRect" presStyleLbl="revTx" presStyleIdx="0" presStyleCnt="2">
        <dgm:presLayoutVars>
          <dgm:chMax val="1"/>
          <dgm:chPref val="1"/>
        </dgm:presLayoutVars>
      </dgm:prSet>
      <dgm:spPr/>
    </dgm:pt>
    <dgm:pt modelId="{EA45EE5B-A125-4D57-9510-19FFACF3881A}" type="pres">
      <dgm:prSet presAssocID="{C66DF6EB-EE86-406B-B017-2C5F3E66DC9B}" presName="sibTrans" presStyleCnt="0"/>
      <dgm:spPr/>
    </dgm:pt>
    <dgm:pt modelId="{1EC8711D-B9C3-48E9-A908-50CC0DE6D37E}" type="pres">
      <dgm:prSet presAssocID="{C440201D-5542-4DBE-8549-3B69F24CDF98}" presName="compNode" presStyleCnt="0"/>
      <dgm:spPr/>
    </dgm:pt>
    <dgm:pt modelId="{598B0809-2373-4A96-9C6B-97E63BD40D27}" type="pres">
      <dgm:prSet presAssocID="{C440201D-5542-4DBE-8549-3B69F24CDF9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mart Phone"/>
        </a:ext>
      </dgm:extLst>
    </dgm:pt>
    <dgm:pt modelId="{4A2AD945-03F1-444F-BD25-3837533DEECC}" type="pres">
      <dgm:prSet presAssocID="{C440201D-5542-4DBE-8549-3B69F24CDF98}" presName="spaceRect" presStyleCnt="0"/>
      <dgm:spPr/>
    </dgm:pt>
    <dgm:pt modelId="{4A5AA16D-8F05-4A69-9FB8-8ABDCAF498D2}" type="pres">
      <dgm:prSet presAssocID="{C440201D-5542-4DBE-8549-3B69F24CDF98}" presName="textRect" presStyleLbl="revTx" presStyleIdx="1" presStyleCnt="2">
        <dgm:presLayoutVars>
          <dgm:chMax val="1"/>
          <dgm:chPref val="1"/>
        </dgm:presLayoutVars>
      </dgm:prSet>
      <dgm:spPr/>
    </dgm:pt>
  </dgm:ptLst>
  <dgm:cxnLst>
    <dgm:cxn modelId="{59D3BC21-A655-4A1C-9897-E42A9892D8E1}" srcId="{011A9F9F-B890-4E4F-8804-68E61E5F4C8F}" destId="{1C2037FA-A3E3-4AFE-AFD1-08CE5C3AD8BB}" srcOrd="0" destOrd="0" parTransId="{87AEB325-20A1-434E-BF01-9298F45FDD49}" sibTransId="{C66DF6EB-EE86-406B-B017-2C5F3E66DC9B}"/>
    <dgm:cxn modelId="{71405954-2669-4EAA-9F20-2FECAD0FE981}" type="presOf" srcId="{011A9F9F-B890-4E4F-8804-68E61E5F4C8F}" destId="{D23FE918-283E-415F-8FDB-2C03126B4B6A}" srcOrd="0" destOrd="0" presId="urn:microsoft.com/office/officeart/2018/2/layout/IconLabelList"/>
    <dgm:cxn modelId="{988B3796-0653-4D9D-940C-299B098BF781}" type="presOf" srcId="{1C2037FA-A3E3-4AFE-AFD1-08CE5C3AD8BB}" destId="{95FA2BDD-16D4-4DC6-876B-3AD4F1F8D7D6}" srcOrd="0" destOrd="0" presId="urn:microsoft.com/office/officeart/2018/2/layout/IconLabelList"/>
    <dgm:cxn modelId="{C6328998-0D3A-4F22-BDD6-73D165237324}" type="presOf" srcId="{C440201D-5542-4DBE-8549-3B69F24CDF98}" destId="{4A5AA16D-8F05-4A69-9FB8-8ABDCAF498D2}" srcOrd="0" destOrd="0" presId="urn:microsoft.com/office/officeart/2018/2/layout/IconLabelList"/>
    <dgm:cxn modelId="{915207FE-606E-425D-9AD4-AC50CFFF6638}" srcId="{011A9F9F-B890-4E4F-8804-68E61E5F4C8F}" destId="{C440201D-5542-4DBE-8549-3B69F24CDF98}" srcOrd="1" destOrd="0" parTransId="{17F32363-8009-457D-BD04-9D34340D218D}" sibTransId="{7099D0AC-119A-4526-8DC6-D8E85C46055B}"/>
    <dgm:cxn modelId="{B7661830-2CA1-4E1E-8E4C-A25F3E8AA021}" type="presParOf" srcId="{D23FE918-283E-415F-8FDB-2C03126B4B6A}" destId="{FBF1F85A-BDCC-43F4-8536-A3AA19E3FFDF}" srcOrd="0" destOrd="0" presId="urn:microsoft.com/office/officeart/2018/2/layout/IconLabelList"/>
    <dgm:cxn modelId="{AA7B1E0E-7180-4895-B172-BA0434ADE560}" type="presParOf" srcId="{FBF1F85A-BDCC-43F4-8536-A3AA19E3FFDF}" destId="{836A2BDC-B8EB-4B04-9B97-AF01D35107BF}" srcOrd="0" destOrd="0" presId="urn:microsoft.com/office/officeart/2018/2/layout/IconLabelList"/>
    <dgm:cxn modelId="{F47A18BD-D047-4157-B232-D0768830CF0B}" type="presParOf" srcId="{FBF1F85A-BDCC-43F4-8536-A3AA19E3FFDF}" destId="{5E3D0770-D20F-4FE1-9771-F851E3559101}" srcOrd="1" destOrd="0" presId="urn:microsoft.com/office/officeart/2018/2/layout/IconLabelList"/>
    <dgm:cxn modelId="{5EFC8F34-7478-4004-A3F1-A3E3DD50EC40}" type="presParOf" srcId="{FBF1F85A-BDCC-43F4-8536-A3AA19E3FFDF}" destId="{95FA2BDD-16D4-4DC6-876B-3AD4F1F8D7D6}" srcOrd="2" destOrd="0" presId="urn:microsoft.com/office/officeart/2018/2/layout/IconLabelList"/>
    <dgm:cxn modelId="{FD0D6E56-2CA8-4F24-9061-4A42AF79DDDB}" type="presParOf" srcId="{D23FE918-283E-415F-8FDB-2C03126B4B6A}" destId="{EA45EE5B-A125-4D57-9510-19FFACF3881A}" srcOrd="1" destOrd="0" presId="urn:microsoft.com/office/officeart/2018/2/layout/IconLabelList"/>
    <dgm:cxn modelId="{9794C926-B280-4139-B8D8-573B673D096C}" type="presParOf" srcId="{D23FE918-283E-415F-8FDB-2C03126B4B6A}" destId="{1EC8711D-B9C3-48E9-A908-50CC0DE6D37E}" srcOrd="2" destOrd="0" presId="urn:microsoft.com/office/officeart/2018/2/layout/IconLabelList"/>
    <dgm:cxn modelId="{C09600E0-D09A-43C2-B8FD-CF65A66C61C0}" type="presParOf" srcId="{1EC8711D-B9C3-48E9-A908-50CC0DE6D37E}" destId="{598B0809-2373-4A96-9C6B-97E63BD40D27}" srcOrd="0" destOrd="0" presId="urn:microsoft.com/office/officeart/2018/2/layout/IconLabelList"/>
    <dgm:cxn modelId="{7551E0F2-3C55-4343-A192-24633E9A476D}" type="presParOf" srcId="{1EC8711D-B9C3-48E9-A908-50CC0DE6D37E}" destId="{4A2AD945-03F1-444F-BD25-3837533DEECC}" srcOrd="1" destOrd="0" presId="urn:microsoft.com/office/officeart/2018/2/layout/IconLabelList"/>
    <dgm:cxn modelId="{9F22F549-C540-4679-B7FB-49E87A49635B}" type="presParOf" srcId="{1EC8711D-B9C3-48E9-A908-50CC0DE6D37E}" destId="{4A5AA16D-8F05-4A69-9FB8-8ABDCAF498D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DB42A87-ABBA-4AE5-9506-E6FD1CDD2779}"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ABB475A3-D526-44DD-A84B-95FCE3CC8D17}">
      <dgm:prSet/>
      <dgm:spPr/>
      <dgm:t>
        <a:bodyPr/>
        <a:lstStyle/>
        <a:p>
          <a:r>
            <a:rPr lang="ja-JP"/>
            <a:t>・ディープラーニング（深層学習）とは、人工知能（</a:t>
          </a:r>
          <a:r>
            <a:rPr lang="en-US"/>
            <a:t>AI</a:t>
          </a:r>
          <a:r>
            <a:rPr lang="ja-JP"/>
            <a:t>）技術の一種で、人間の脳の神経回路を模倣した多層構造のニューラルネットワークを用いて、データから特徴を自動的に学習する技術</a:t>
          </a:r>
          <a:endParaRPr lang="en-US"/>
        </a:p>
      </dgm:t>
    </dgm:pt>
    <dgm:pt modelId="{04EA15E7-065F-49DB-9912-DE7C75C000EC}" type="parTrans" cxnId="{FAA454A6-B555-477E-B880-9141679A670A}">
      <dgm:prSet/>
      <dgm:spPr/>
      <dgm:t>
        <a:bodyPr/>
        <a:lstStyle/>
        <a:p>
          <a:endParaRPr lang="en-US"/>
        </a:p>
      </dgm:t>
    </dgm:pt>
    <dgm:pt modelId="{421CD3A1-F4B5-49D2-AF05-C40A5A45788B}" type="sibTrans" cxnId="{FAA454A6-B555-477E-B880-9141679A670A}">
      <dgm:prSet/>
      <dgm:spPr/>
      <dgm:t>
        <a:bodyPr/>
        <a:lstStyle/>
        <a:p>
          <a:endParaRPr lang="en-US"/>
        </a:p>
      </dgm:t>
    </dgm:pt>
    <dgm:pt modelId="{5FB9F212-70D5-49F2-9A88-6D08625032B3}">
      <dgm:prSet/>
      <dgm:spPr/>
      <dgm:t>
        <a:bodyPr/>
        <a:lstStyle/>
        <a:p>
          <a:r>
            <a:rPr kumimoji="1" lang="ja-JP"/>
            <a:t>機械学習との違い</a:t>
          </a:r>
          <a:r>
            <a:rPr kumimoji="1" lang="en-US"/>
            <a:t>:</a:t>
          </a:r>
          <a:r>
            <a:rPr lang="ja-JP"/>
            <a:t>データから特徴を自動的に抽出できる点にあります。従来の手法では、エンジニアが手作業で「特徴量」と呼ばれる重要な要素を設計する必要がありましたが、ディープラーニングはこのプロセスを自動化し、より複雑なパターンを捉えることができるようになりました</a:t>
          </a:r>
          <a:endParaRPr lang="en-US"/>
        </a:p>
      </dgm:t>
    </dgm:pt>
    <dgm:pt modelId="{1DCC5070-7D8B-46D6-ADD5-2516F2ED9602}" type="parTrans" cxnId="{33E91D0A-F480-4941-A643-86A3A2EEFBDE}">
      <dgm:prSet/>
      <dgm:spPr/>
      <dgm:t>
        <a:bodyPr/>
        <a:lstStyle/>
        <a:p>
          <a:endParaRPr lang="en-US"/>
        </a:p>
      </dgm:t>
    </dgm:pt>
    <dgm:pt modelId="{864A3EDA-4DE7-4354-8C2D-F409172F5FE3}" type="sibTrans" cxnId="{33E91D0A-F480-4941-A643-86A3A2EEFBDE}">
      <dgm:prSet/>
      <dgm:spPr/>
      <dgm:t>
        <a:bodyPr/>
        <a:lstStyle/>
        <a:p>
          <a:endParaRPr lang="en-US"/>
        </a:p>
      </dgm:t>
    </dgm:pt>
    <dgm:pt modelId="{BE0CDB79-1476-4D9C-BBC4-10168CDEB456}" type="pres">
      <dgm:prSet presAssocID="{8DB42A87-ABBA-4AE5-9506-E6FD1CDD2779}" presName="root" presStyleCnt="0">
        <dgm:presLayoutVars>
          <dgm:dir/>
          <dgm:resizeHandles val="exact"/>
        </dgm:presLayoutVars>
      </dgm:prSet>
      <dgm:spPr/>
    </dgm:pt>
    <dgm:pt modelId="{D4D39289-8E4C-4E1A-8C61-5BE139DC0D6F}" type="pres">
      <dgm:prSet presAssocID="{ABB475A3-D526-44DD-A84B-95FCE3CC8D17}" presName="compNode" presStyleCnt="0"/>
      <dgm:spPr/>
    </dgm:pt>
    <dgm:pt modelId="{D61B90A1-C77E-434F-AD33-BEA493F68EF1}" type="pres">
      <dgm:prSet presAssocID="{ABB475A3-D526-44DD-A84B-95FCE3CC8D1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ining Tools"/>
        </a:ext>
      </dgm:extLst>
    </dgm:pt>
    <dgm:pt modelId="{77E3EFCF-EFC8-4373-94FF-62B3C29EBFCF}" type="pres">
      <dgm:prSet presAssocID="{ABB475A3-D526-44DD-A84B-95FCE3CC8D17}" presName="spaceRect" presStyleCnt="0"/>
      <dgm:spPr/>
    </dgm:pt>
    <dgm:pt modelId="{5DF3BA2A-67FA-4BF0-939E-CA07A253D932}" type="pres">
      <dgm:prSet presAssocID="{ABB475A3-D526-44DD-A84B-95FCE3CC8D17}" presName="textRect" presStyleLbl="revTx" presStyleIdx="0" presStyleCnt="2">
        <dgm:presLayoutVars>
          <dgm:chMax val="1"/>
          <dgm:chPref val="1"/>
        </dgm:presLayoutVars>
      </dgm:prSet>
      <dgm:spPr/>
    </dgm:pt>
    <dgm:pt modelId="{627E9317-6EC1-4EED-8A71-EF73B1A3744D}" type="pres">
      <dgm:prSet presAssocID="{421CD3A1-F4B5-49D2-AF05-C40A5A45788B}" presName="sibTrans" presStyleCnt="0"/>
      <dgm:spPr/>
    </dgm:pt>
    <dgm:pt modelId="{EAE832D2-162E-412F-87D2-B35E3FA489C9}" type="pres">
      <dgm:prSet presAssocID="{5FB9F212-70D5-49F2-9A88-6D08625032B3}" presName="compNode" presStyleCnt="0"/>
      <dgm:spPr/>
    </dgm:pt>
    <dgm:pt modelId="{8A554F22-3C93-4D3A-8F08-5D3D2007DFF3}" type="pres">
      <dgm:prSet presAssocID="{5FB9F212-70D5-49F2-9A88-6D08625032B3}"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統計"/>
        </a:ext>
      </dgm:extLst>
    </dgm:pt>
    <dgm:pt modelId="{4F573BC7-79D7-455C-9B94-CFCF11DBEA89}" type="pres">
      <dgm:prSet presAssocID="{5FB9F212-70D5-49F2-9A88-6D08625032B3}" presName="spaceRect" presStyleCnt="0"/>
      <dgm:spPr/>
    </dgm:pt>
    <dgm:pt modelId="{35ED7A06-C500-40FA-A81A-49C25425DC72}" type="pres">
      <dgm:prSet presAssocID="{5FB9F212-70D5-49F2-9A88-6D08625032B3}" presName="textRect" presStyleLbl="revTx" presStyleIdx="1" presStyleCnt="2">
        <dgm:presLayoutVars>
          <dgm:chMax val="1"/>
          <dgm:chPref val="1"/>
        </dgm:presLayoutVars>
      </dgm:prSet>
      <dgm:spPr/>
    </dgm:pt>
  </dgm:ptLst>
  <dgm:cxnLst>
    <dgm:cxn modelId="{33E91D0A-F480-4941-A643-86A3A2EEFBDE}" srcId="{8DB42A87-ABBA-4AE5-9506-E6FD1CDD2779}" destId="{5FB9F212-70D5-49F2-9A88-6D08625032B3}" srcOrd="1" destOrd="0" parTransId="{1DCC5070-7D8B-46D6-ADD5-2516F2ED9602}" sibTransId="{864A3EDA-4DE7-4354-8C2D-F409172F5FE3}"/>
    <dgm:cxn modelId="{10E5B20D-7EBB-47D2-8F22-59C215AE469E}" type="presOf" srcId="{8DB42A87-ABBA-4AE5-9506-E6FD1CDD2779}" destId="{BE0CDB79-1476-4D9C-BBC4-10168CDEB456}" srcOrd="0" destOrd="0" presId="urn:microsoft.com/office/officeart/2018/2/layout/IconLabelList"/>
    <dgm:cxn modelId="{BFBC3B44-E2C8-4DA1-BED9-074DBE794D40}" type="presOf" srcId="{5FB9F212-70D5-49F2-9A88-6D08625032B3}" destId="{35ED7A06-C500-40FA-A81A-49C25425DC72}" srcOrd="0" destOrd="0" presId="urn:microsoft.com/office/officeart/2018/2/layout/IconLabelList"/>
    <dgm:cxn modelId="{93DC889E-9E5E-4402-A145-668B4E26A1B1}" type="presOf" srcId="{ABB475A3-D526-44DD-A84B-95FCE3CC8D17}" destId="{5DF3BA2A-67FA-4BF0-939E-CA07A253D932}" srcOrd="0" destOrd="0" presId="urn:microsoft.com/office/officeart/2018/2/layout/IconLabelList"/>
    <dgm:cxn modelId="{FAA454A6-B555-477E-B880-9141679A670A}" srcId="{8DB42A87-ABBA-4AE5-9506-E6FD1CDD2779}" destId="{ABB475A3-D526-44DD-A84B-95FCE3CC8D17}" srcOrd="0" destOrd="0" parTransId="{04EA15E7-065F-49DB-9912-DE7C75C000EC}" sibTransId="{421CD3A1-F4B5-49D2-AF05-C40A5A45788B}"/>
    <dgm:cxn modelId="{7CE58DDC-BCA0-4223-A106-BFA4EEC002BE}" type="presParOf" srcId="{BE0CDB79-1476-4D9C-BBC4-10168CDEB456}" destId="{D4D39289-8E4C-4E1A-8C61-5BE139DC0D6F}" srcOrd="0" destOrd="0" presId="urn:microsoft.com/office/officeart/2018/2/layout/IconLabelList"/>
    <dgm:cxn modelId="{7265E31D-2A00-4E4E-B11E-095C7E4620D3}" type="presParOf" srcId="{D4D39289-8E4C-4E1A-8C61-5BE139DC0D6F}" destId="{D61B90A1-C77E-434F-AD33-BEA493F68EF1}" srcOrd="0" destOrd="0" presId="urn:microsoft.com/office/officeart/2018/2/layout/IconLabelList"/>
    <dgm:cxn modelId="{7B41B058-206A-4B91-A013-249AD95B5706}" type="presParOf" srcId="{D4D39289-8E4C-4E1A-8C61-5BE139DC0D6F}" destId="{77E3EFCF-EFC8-4373-94FF-62B3C29EBFCF}" srcOrd="1" destOrd="0" presId="urn:microsoft.com/office/officeart/2018/2/layout/IconLabelList"/>
    <dgm:cxn modelId="{D03D62F5-29D6-4467-AF55-8B6BA1DCF17B}" type="presParOf" srcId="{D4D39289-8E4C-4E1A-8C61-5BE139DC0D6F}" destId="{5DF3BA2A-67FA-4BF0-939E-CA07A253D932}" srcOrd="2" destOrd="0" presId="urn:microsoft.com/office/officeart/2018/2/layout/IconLabelList"/>
    <dgm:cxn modelId="{03CF7568-6416-4E10-8869-2899A52C2719}" type="presParOf" srcId="{BE0CDB79-1476-4D9C-BBC4-10168CDEB456}" destId="{627E9317-6EC1-4EED-8A71-EF73B1A3744D}" srcOrd="1" destOrd="0" presId="urn:microsoft.com/office/officeart/2018/2/layout/IconLabelList"/>
    <dgm:cxn modelId="{3663A30A-3D39-4ED4-87C3-AC1621387EBE}" type="presParOf" srcId="{BE0CDB79-1476-4D9C-BBC4-10168CDEB456}" destId="{EAE832D2-162E-412F-87D2-B35E3FA489C9}" srcOrd="2" destOrd="0" presId="urn:microsoft.com/office/officeart/2018/2/layout/IconLabelList"/>
    <dgm:cxn modelId="{9E1EBDDF-D41F-4DE1-89FF-CE1C4D299A7D}" type="presParOf" srcId="{EAE832D2-162E-412F-87D2-B35E3FA489C9}" destId="{8A554F22-3C93-4D3A-8F08-5D3D2007DFF3}" srcOrd="0" destOrd="0" presId="urn:microsoft.com/office/officeart/2018/2/layout/IconLabelList"/>
    <dgm:cxn modelId="{DFAFFA8B-4ECC-44F3-BA5B-569CD5FA9CE5}" type="presParOf" srcId="{EAE832D2-162E-412F-87D2-B35E3FA489C9}" destId="{4F573BC7-79D7-455C-9B94-CFCF11DBEA89}" srcOrd="1" destOrd="0" presId="urn:microsoft.com/office/officeart/2018/2/layout/IconLabelList"/>
    <dgm:cxn modelId="{B9C356D5-4D97-47D1-8774-77C009BFF149}" type="presParOf" srcId="{EAE832D2-162E-412F-87D2-B35E3FA489C9}" destId="{35ED7A06-C500-40FA-A81A-49C25425DC7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47158B9-F695-469D-9FF2-CABB21C4D595}"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CF5A00B9-7E43-4E9C-AD29-5D2F43CBE93D}">
      <dgm:prSet/>
      <dgm:spPr/>
      <dgm:t>
        <a:bodyPr/>
        <a:lstStyle/>
        <a:p>
          <a:r>
            <a:rPr lang="ja-JP"/>
            <a:t>自分が筋力トレーニングをしている身 からこういう技術があったらもっと便利になるし面白いなと思ったものを基準としている</a:t>
          </a:r>
          <a:endParaRPr lang="en-US"/>
        </a:p>
      </dgm:t>
    </dgm:pt>
    <dgm:pt modelId="{C9D468F1-3EB9-4D69-BC66-5A7A3F6D2CD2}" type="parTrans" cxnId="{28912395-05FA-4CFD-A311-C78CA95475F3}">
      <dgm:prSet/>
      <dgm:spPr/>
      <dgm:t>
        <a:bodyPr/>
        <a:lstStyle/>
        <a:p>
          <a:endParaRPr lang="en-US"/>
        </a:p>
      </dgm:t>
    </dgm:pt>
    <dgm:pt modelId="{655DD9D9-8770-43C4-9591-9F35ECD77EFD}" type="sibTrans" cxnId="{28912395-05FA-4CFD-A311-C78CA95475F3}">
      <dgm:prSet/>
      <dgm:spPr/>
      <dgm:t>
        <a:bodyPr/>
        <a:lstStyle/>
        <a:p>
          <a:endParaRPr lang="en-US"/>
        </a:p>
      </dgm:t>
    </dgm:pt>
    <dgm:pt modelId="{2D4C2E68-2BC5-41F3-BC4D-776D63148F51}">
      <dgm:prSet/>
      <dgm:spPr/>
      <dgm:t>
        <a:bodyPr/>
        <a:lstStyle/>
        <a:p>
          <a:r>
            <a:rPr lang="ja-JP"/>
            <a:t>また自分では気づくことができない部分を技術</a:t>
          </a:r>
          <a:r>
            <a:rPr lang="en-US"/>
            <a:t>(AI)</a:t>
          </a:r>
          <a:r>
            <a:rPr lang="ja-JP"/>
            <a:t>で補うという点がとても魅力的だ</a:t>
          </a:r>
          <a:endParaRPr lang="en-US"/>
        </a:p>
      </dgm:t>
    </dgm:pt>
    <dgm:pt modelId="{C5B9FE0B-D8FF-46F1-86CD-4F39647D62B1}" type="parTrans" cxnId="{56E84275-230E-43CA-9AC7-8E19B511D37B}">
      <dgm:prSet/>
      <dgm:spPr/>
      <dgm:t>
        <a:bodyPr/>
        <a:lstStyle/>
        <a:p>
          <a:endParaRPr lang="en-US"/>
        </a:p>
      </dgm:t>
    </dgm:pt>
    <dgm:pt modelId="{4F0A0ABE-BC62-4011-852C-24CEA4AB25D2}" type="sibTrans" cxnId="{56E84275-230E-43CA-9AC7-8E19B511D37B}">
      <dgm:prSet/>
      <dgm:spPr/>
      <dgm:t>
        <a:bodyPr/>
        <a:lstStyle/>
        <a:p>
          <a:endParaRPr lang="en-US"/>
        </a:p>
      </dgm:t>
    </dgm:pt>
    <dgm:pt modelId="{F51506B3-EE8E-4034-943B-21F145EF67E9}" type="pres">
      <dgm:prSet presAssocID="{047158B9-F695-469D-9FF2-CABB21C4D595}" presName="hierChild1" presStyleCnt="0">
        <dgm:presLayoutVars>
          <dgm:chPref val="1"/>
          <dgm:dir/>
          <dgm:animOne val="branch"/>
          <dgm:animLvl val="lvl"/>
          <dgm:resizeHandles/>
        </dgm:presLayoutVars>
      </dgm:prSet>
      <dgm:spPr/>
    </dgm:pt>
    <dgm:pt modelId="{67944487-7D64-4A7B-93E9-792446357719}" type="pres">
      <dgm:prSet presAssocID="{CF5A00B9-7E43-4E9C-AD29-5D2F43CBE93D}" presName="hierRoot1" presStyleCnt="0"/>
      <dgm:spPr/>
    </dgm:pt>
    <dgm:pt modelId="{3B97126E-83D3-427F-AA0D-D6CEB88CEF7C}" type="pres">
      <dgm:prSet presAssocID="{CF5A00B9-7E43-4E9C-AD29-5D2F43CBE93D}" presName="composite" presStyleCnt="0"/>
      <dgm:spPr/>
    </dgm:pt>
    <dgm:pt modelId="{69326A7E-6B8F-4507-BEA9-2F0C6A8D9B8C}" type="pres">
      <dgm:prSet presAssocID="{CF5A00B9-7E43-4E9C-AD29-5D2F43CBE93D}" presName="background" presStyleLbl="node0" presStyleIdx="0" presStyleCnt="2"/>
      <dgm:spPr/>
    </dgm:pt>
    <dgm:pt modelId="{843AB208-DF77-4AF7-A693-FF524DC53DB3}" type="pres">
      <dgm:prSet presAssocID="{CF5A00B9-7E43-4E9C-AD29-5D2F43CBE93D}" presName="text" presStyleLbl="fgAcc0" presStyleIdx="0" presStyleCnt="2">
        <dgm:presLayoutVars>
          <dgm:chPref val="3"/>
        </dgm:presLayoutVars>
      </dgm:prSet>
      <dgm:spPr/>
    </dgm:pt>
    <dgm:pt modelId="{BF322C9B-D24B-4771-BEB6-8AF346AE4C35}" type="pres">
      <dgm:prSet presAssocID="{CF5A00B9-7E43-4E9C-AD29-5D2F43CBE93D}" presName="hierChild2" presStyleCnt="0"/>
      <dgm:spPr/>
    </dgm:pt>
    <dgm:pt modelId="{AA622507-5F50-498E-9585-B5C58D88E30E}" type="pres">
      <dgm:prSet presAssocID="{2D4C2E68-2BC5-41F3-BC4D-776D63148F51}" presName="hierRoot1" presStyleCnt="0"/>
      <dgm:spPr/>
    </dgm:pt>
    <dgm:pt modelId="{F382D0E6-B2B9-42D1-8513-69EE5FF4123C}" type="pres">
      <dgm:prSet presAssocID="{2D4C2E68-2BC5-41F3-BC4D-776D63148F51}" presName="composite" presStyleCnt="0"/>
      <dgm:spPr/>
    </dgm:pt>
    <dgm:pt modelId="{B7EA6AD2-69BB-4E5F-A2C1-4B62277D03E2}" type="pres">
      <dgm:prSet presAssocID="{2D4C2E68-2BC5-41F3-BC4D-776D63148F51}" presName="background" presStyleLbl="node0" presStyleIdx="1" presStyleCnt="2"/>
      <dgm:spPr/>
    </dgm:pt>
    <dgm:pt modelId="{9F97B88F-864F-4258-A7FA-59C62239042F}" type="pres">
      <dgm:prSet presAssocID="{2D4C2E68-2BC5-41F3-BC4D-776D63148F51}" presName="text" presStyleLbl="fgAcc0" presStyleIdx="1" presStyleCnt="2">
        <dgm:presLayoutVars>
          <dgm:chPref val="3"/>
        </dgm:presLayoutVars>
      </dgm:prSet>
      <dgm:spPr/>
    </dgm:pt>
    <dgm:pt modelId="{4CC5FE89-0B2D-4D04-8321-81F3F663DA16}" type="pres">
      <dgm:prSet presAssocID="{2D4C2E68-2BC5-41F3-BC4D-776D63148F51}" presName="hierChild2" presStyleCnt="0"/>
      <dgm:spPr/>
    </dgm:pt>
  </dgm:ptLst>
  <dgm:cxnLst>
    <dgm:cxn modelId="{365E6E2B-D18C-44C9-8BD1-33C7377EF71E}" type="presOf" srcId="{CF5A00B9-7E43-4E9C-AD29-5D2F43CBE93D}" destId="{843AB208-DF77-4AF7-A693-FF524DC53DB3}" srcOrd="0" destOrd="0" presId="urn:microsoft.com/office/officeart/2005/8/layout/hierarchy1"/>
    <dgm:cxn modelId="{E7C09F49-64DA-4B0B-935F-0085A6961E1A}" type="presOf" srcId="{2D4C2E68-2BC5-41F3-BC4D-776D63148F51}" destId="{9F97B88F-864F-4258-A7FA-59C62239042F}" srcOrd="0" destOrd="0" presId="urn:microsoft.com/office/officeart/2005/8/layout/hierarchy1"/>
    <dgm:cxn modelId="{56E84275-230E-43CA-9AC7-8E19B511D37B}" srcId="{047158B9-F695-469D-9FF2-CABB21C4D595}" destId="{2D4C2E68-2BC5-41F3-BC4D-776D63148F51}" srcOrd="1" destOrd="0" parTransId="{C5B9FE0B-D8FF-46F1-86CD-4F39647D62B1}" sibTransId="{4F0A0ABE-BC62-4011-852C-24CEA4AB25D2}"/>
    <dgm:cxn modelId="{EAAEFF57-E250-448A-BD47-6245E8F2B5CC}" type="presOf" srcId="{047158B9-F695-469D-9FF2-CABB21C4D595}" destId="{F51506B3-EE8E-4034-943B-21F145EF67E9}" srcOrd="0" destOrd="0" presId="urn:microsoft.com/office/officeart/2005/8/layout/hierarchy1"/>
    <dgm:cxn modelId="{28912395-05FA-4CFD-A311-C78CA95475F3}" srcId="{047158B9-F695-469D-9FF2-CABB21C4D595}" destId="{CF5A00B9-7E43-4E9C-AD29-5D2F43CBE93D}" srcOrd="0" destOrd="0" parTransId="{C9D468F1-3EB9-4D69-BC66-5A7A3F6D2CD2}" sibTransId="{655DD9D9-8770-43C4-9591-9F35ECD77EFD}"/>
    <dgm:cxn modelId="{E7E6633D-61EF-4C12-8B8A-E8235DE19752}" type="presParOf" srcId="{F51506B3-EE8E-4034-943B-21F145EF67E9}" destId="{67944487-7D64-4A7B-93E9-792446357719}" srcOrd="0" destOrd="0" presId="urn:microsoft.com/office/officeart/2005/8/layout/hierarchy1"/>
    <dgm:cxn modelId="{38ABE961-D490-467C-B920-9176B5475AA0}" type="presParOf" srcId="{67944487-7D64-4A7B-93E9-792446357719}" destId="{3B97126E-83D3-427F-AA0D-D6CEB88CEF7C}" srcOrd="0" destOrd="0" presId="urn:microsoft.com/office/officeart/2005/8/layout/hierarchy1"/>
    <dgm:cxn modelId="{4C99B098-1952-4CE3-BEDC-A562DC418CE9}" type="presParOf" srcId="{3B97126E-83D3-427F-AA0D-D6CEB88CEF7C}" destId="{69326A7E-6B8F-4507-BEA9-2F0C6A8D9B8C}" srcOrd="0" destOrd="0" presId="urn:microsoft.com/office/officeart/2005/8/layout/hierarchy1"/>
    <dgm:cxn modelId="{757A3FE1-25A6-4A54-880F-796B744A92C1}" type="presParOf" srcId="{3B97126E-83D3-427F-AA0D-D6CEB88CEF7C}" destId="{843AB208-DF77-4AF7-A693-FF524DC53DB3}" srcOrd="1" destOrd="0" presId="urn:microsoft.com/office/officeart/2005/8/layout/hierarchy1"/>
    <dgm:cxn modelId="{01C7D9BC-59AD-4959-9A1F-0172E8992C8D}" type="presParOf" srcId="{67944487-7D64-4A7B-93E9-792446357719}" destId="{BF322C9B-D24B-4771-BEB6-8AF346AE4C35}" srcOrd="1" destOrd="0" presId="urn:microsoft.com/office/officeart/2005/8/layout/hierarchy1"/>
    <dgm:cxn modelId="{DE1415C5-F3FE-49E4-9BF2-64A56E3BACC9}" type="presParOf" srcId="{F51506B3-EE8E-4034-943B-21F145EF67E9}" destId="{AA622507-5F50-498E-9585-B5C58D88E30E}" srcOrd="1" destOrd="0" presId="urn:microsoft.com/office/officeart/2005/8/layout/hierarchy1"/>
    <dgm:cxn modelId="{35421D81-34FA-4A48-B6E3-DBFD27D44649}" type="presParOf" srcId="{AA622507-5F50-498E-9585-B5C58D88E30E}" destId="{F382D0E6-B2B9-42D1-8513-69EE5FF4123C}" srcOrd="0" destOrd="0" presId="urn:microsoft.com/office/officeart/2005/8/layout/hierarchy1"/>
    <dgm:cxn modelId="{04F8914A-1734-40A9-9722-1BCC84B39E26}" type="presParOf" srcId="{F382D0E6-B2B9-42D1-8513-69EE5FF4123C}" destId="{B7EA6AD2-69BB-4E5F-A2C1-4B62277D03E2}" srcOrd="0" destOrd="0" presId="urn:microsoft.com/office/officeart/2005/8/layout/hierarchy1"/>
    <dgm:cxn modelId="{8DB67C1C-2078-4ADD-8FB7-5589152B2E74}" type="presParOf" srcId="{F382D0E6-B2B9-42D1-8513-69EE5FF4123C}" destId="{9F97B88F-864F-4258-A7FA-59C62239042F}" srcOrd="1" destOrd="0" presId="urn:microsoft.com/office/officeart/2005/8/layout/hierarchy1"/>
    <dgm:cxn modelId="{78E3BBF8-E551-4073-BA60-078442145CBC}" type="presParOf" srcId="{AA622507-5F50-498E-9585-B5C58D88E30E}" destId="{4CC5FE89-0B2D-4D04-8321-81F3F663DA16}"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25B392-FE45-4573-AB85-121A08584B18}">
      <dsp:nvSpPr>
        <dsp:cNvPr id="0" name=""/>
        <dsp:cNvSpPr/>
      </dsp:nvSpPr>
      <dsp:spPr>
        <a:xfrm>
          <a:off x="1747800" y="343880"/>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6C92BC-4AB3-4CB3-B7D3-7544AA38C0E9}">
      <dsp:nvSpPr>
        <dsp:cNvPr id="0" name=""/>
        <dsp:cNvSpPr/>
      </dsp:nvSpPr>
      <dsp:spPr>
        <a:xfrm>
          <a:off x="559800" y="2837457"/>
          <a:ext cx="4320000" cy="11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ja-JP" sz="1100" kern="1200"/>
            <a:t>・</a:t>
          </a:r>
          <a:r>
            <a:rPr lang="en-US" sz="1100" kern="1200"/>
            <a:t>1.</a:t>
          </a:r>
          <a:r>
            <a:rPr lang="ja-JP" sz="1100" kern="1200"/>
            <a:t>岡 実来</a:t>
          </a:r>
          <a:r>
            <a:rPr lang="en-US" sz="1100" kern="1200"/>
            <a:t>, </a:t>
          </a:r>
          <a:r>
            <a:rPr lang="ja-JP" sz="1100" kern="1200"/>
            <a:t>筋力トレーニングのリアルタイム視覚フィードバック用拡張現実感システム </a:t>
          </a:r>
          <a:r>
            <a:rPr lang="en-US" sz="1100" kern="1200"/>
            <a:t>An AR-based Real Time Feedback System of Strength Training, Google scholar, 2021</a:t>
          </a:r>
        </a:p>
      </dsp:txBody>
      <dsp:txXfrm>
        <a:off x="559800" y="2837457"/>
        <a:ext cx="4320000" cy="1170000"/>
      </dsp:txXfrm>
    </dsp:sp>
    <dsp:sp modelId="{23EB1077-49AD-4626-B4E5-BAA6744D39A0}">
      <dsp:nvSpPr>
        <dsp:cNvPr id="0" name=""/>
        <dsp:cNvSpPr/>
      </dsp:nvSpPr>
      <dsp:spPr>
        <a:xfrm>
          <a:off x="6823800" y="343880"/>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0FA5D6-64CA-4024-B846-7BA214A9E795}">
      <dsp:nvSpPr>
        <dsp:cNvPr id="0" name=""/>
        <dsp:cNvSpPr/>
      </dsp:nvSpPr>
      <dsp:spPr>
        <a:xfrm>
          <a:off x="5635800" y="2837457"/>
          <a:ext cx="4320000" cy="11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ja-JP" sz="1100" kern="1200"/>
            <a:t>詳細</a:t>
          </a:r>
          <a:r>
            <a:rPr lang="en-US" sz="1100" kern="1200"/>
            <a:t>:</a:t>
          </a:r>
          <a:r>
            <a:rPr lang="ja-JP" sz="1100" kern="1200"/>
            <a:t>この研究では</a:t>
          </a:r>
          <a:r>
            <a:rPr lang="en-US" sz="1100" kern="1200"/>
            <a:t>,</a:t>
          </a:r>
          <a:r>
            <a:rPr lang="ja-JP" sz="1100" kern="1200"/>
            <a:t>自宅での筋力トレーニングを安全かつ正しく行うために</a:t>
          </a:r>
          <a:r>
            <a:rPr lang="en-US" sz="1100" kern="1200"/>
            <a:t>,</a:t>
          </a:r>
          <a:r>
            <a:rPr lang="ja-JP" sz="1100" kern="1200"/>
            <a:t>モーショ ンキャプチャー</a:t>
          </a:r>
          <a:r>
            <a:rPr lang="en-US" sz="1100" kern="1200"/>
            <a:t>(kinect)</a:t>
          </a:r>
          <a:r>
            <a:rPr lang="ja-JP" sz="1100" kern="1200"/>
            <a:t>と透過型</a:t>
          </a:r>
          <a:r>
            <a:rPr lang="en-US" sz="1100" kern="1200"/>
            <a:t>HMD(holoLens)</a:t>
          </a:r>
          <a:r>
            <a:rPr lang="ja-JP" sz="1100" kern="1200"/>
            <a:t>を用いる。主として筋力トレーニングの正しい動作の理解及び 再現させることを目的とする。また，腕立て伏せの動作に対して 姿勢の直線性・動作速度・呼吸タイミング・注 意点を指摘できる</a:t>
          </a:r>
          <a:r>
            <a:rPr lang="en-US" sz="1100" kern="1200"/>
            <a:t>.</a:t>
          </a:r>
        </a:p>
      </dsp:txBody>
      <dsp:txXfrm>
        <a:off x="5635800" y="2837457"/>
        <a:ext cx="4320000" cy="117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B79BBE-069B-47DF-B74A-930320C2BFBC}">
      <dsp:nvSpPr>
        <dsp:cNvPr id="0" name=""/>
        <dsp:cNvSpPr/>
      </dsp:nvSpPr>
      <dsp:spPr>
        <a:xfrm>
          <a:off x="0" y="524133"/>
          <a:ext cx="2918936" cy="185352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2E72BC-C11C-4B3F-916F-995775F647EA}">
      <dsp:nvSpPr>
        <dsp:cNvPr id="0" name=""/>
        <dsp:cNvSpPr/>
      </dsp:nvSpPr>
      <dsp:spPr>
        <a:xfrm>
          <a:off x="324326" y="832243"/>
          <a:ext cx="2918936" cy="185352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ja-JP" sz="1200" b="1" kern="1200"/>
            <a:t>モーションキャプチャー</a:t>
          </a:r>
          <a:r>
            <a:rPr lang="en-US" sz="1200" b="1" kern="1200"/>
            <a:t>:</a:t>
          </a:r>
          <a:r>
            <a:rPr lang="ja-JP" sz="1200" b="1" kern="1200"/>
            <a:t>カメラによって計測した人間の動作を利用するシステム。</a:t>
          </a:r>
          <a:endParaRPr lang="en-US" sz="1200" kern="1200"/>
        </a:p>
      </dsp:txBody>
      <dsp:txXfrm>
        <a:off x="378614" y="886531"/>
        <a:ext cx="2810360" cy="1744948"/>
      </dsp:txXfrm>
    </dsp:sp>
    <dsp:sp modelId="{FC2FEC6F-8B80-4ADB-BAE3-08C6CA7C239F}">
      <dsp:nvSpPr>
        <dsp:cNvPr id="0" name=""/>
        <dsp:cNvSpPr/>
      </dsp:nvSpPr>
      <dsp:spPr>
        <a:xfrm>
          <a:off x="3567588" y="524133"/>
          <a:ext cx="2918936" cy="185352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A5D348-13BE-4E89-B7B1-57E3D5F98CA4}">
      <dsp:nvSpPr>
        <dsp:cNvPr id="0" name=""/>
        <dsp:cNvSpPr/>
      </dsp:nvSpPr>
      <dsp:spPr>
        <a:xfrm>
          <a:off x="3891915" y="832243"/>
          <a:ext cx="2918936" cy="185352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Kinect:Microsoft</a:t>
          </a:r>
          <a:r>
            <a:rPr lang="ja-JP" sz="1200" b="1" kern="1200"/>
            <a:t>が開発した</a:t>
          </a:r>
          <a:r>
            <a:rPr lang="en-US" sz="1200" b="1" kern="1200"/>
            <a:t>PC</a:t>
          </a:r>
          <a:r>
            <a:rPr lang="ja-JP" sz="1200" b="1" kern="1200"/>
            <a:t>と</a:t>
          </a:r>
          <a:r>
            <a:rPr lang="en-US" sz="1200" b="1" kern="1200"/>
            <a:t>USB</a:t>
          </a:r>
          <a:r>
            <a:rPr lang="ja-JP" sz="1200" b="1" kern="1200"/>
            <a:t>接続をしてカラー映像と赤外線で撮影</a:t>
          </a:r>
          <a:r>
            <a:rPr lang="en-US" sz="1200" b="1" kern="1200"/>
            <a:t>,</a:t>
          </a:r>
          <a:r>
            <a:rPr lang="ja-JP" sz="1200" b="1" kern="1200"/>
            <a:t>計測できるカメラ</a:t>
          </a:r>
          <a:endParaRPr lang="en-US" sz="1200" kern="1200"/>
        </a:p>
      </dsp:txBody>
      <dsp:txXfrm>
        <a:off x="3946203" y="886531"/>
        <a:ext cx="2810360" cy="1744948"/>
      </dsp:txXfrm>
    </dsp:sp>
    <dsp:sp modelId="{1B3DF20D-53AA-493D-9C57-A70C4BAB5E77}">
      <dsp:nvSpPr>
        <dsp:cNvPr id="0" name=""/>
        <dsp:cNvSpPr/>
      </dsp:nvSpPr>
      <dsp:spPr>
        <a:xfrm>
          <a:off x="7135177" y="524133"/>
          <a:ext cx="2918936" cy="185352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59A676-7DA6-4DA8-991F-2144EBD89320}">
      <dsp:nvSpPr>
        <dsp:cNvPr id="0" name=""/>
        <dsp:cNvSpPr/>
      </dsp:nvSpPr>
      <dsp:spPr>
        <a:xfrm>
          <a:off x="7459503" y="832243"/>
          <a:ext cx="2918936" cy="185352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a:t>HoloLens:</a:t>
          </a:r>
          <a:r>
            <a:rPr lang="ja-JP" sz="1200" kern="1200"/>
            <a:t>仮想オブジェクトが現実世界の中に自然に存在するように見え、ユーザーとのインタラクションが可能になります。また、手や指のジェスチャー、音声コマンド、視線操作など多様な入力方法をサポートし、直感的でハンズフリーな操作が可能</a:t>
          </a:r>
          <a:endParaRPr lang="en-US" sz="1200" kern="1200"/>
        </a:p>
      </dsp:txBody>
      <dsp:txXfrm>
        <a:off x="7513791" y="886531"/>
        <a:ext cx="2810360" cy="174494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6A2BDC-B8EB-4B04-9B97-AF01D35107BF}">
      <dsp:nvSpPr>
        <dsp:cNvPr id="0" name=""/>
        <dsp:cNvSpPr/>
      </dsp:nvSpPr>
      <dsp:spPr>
        <a:xfrm>
          <a:off x="1953914" y="79292"/>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5FA2BDD-16D4-4DC6-876B-3AD4F1F8D7D6}">
      <dsp:nvSpPr>
        <dsp:cNvPr id="0" name=""/>
        <dsp:cNvSpPr/>
      </dsp:nvSpPr>
      <dsp:spPr>
        <a:xfrm>
          <a:off x="765914" y="2628512"/>
          <a:ext cx="4320000" cy="148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kumimoji="1" lang="en-US" sz="1100" kern="1200"/>
            <a:t>2.</a:t>
          </a:r>
          <a:r>
            <a:rPr lang="ja-JP" sz="1100" kern="1200"/>
            <a:t>藤本 彬仁</a:t>
          </a:r>
          <a:r>
            <a:rPr lang="en-US" sz="1100" kern="1200"/>
            <a:t>,</a:t>
          </a:r>
          <a:r>
            <a:rPr lang="ja-JP" sz="1100" kern="1200"/>
            <a:t>牛尼 剛聡</a:t>
          </a:r>
          <a:r>
            <a:rPr lang="en-US" sz="1100" kern="1200"/>
            <a:t>,</a:t>
          </a:r>
          <a:r>
            <a:rPr lang="ja-JP" sz="1100" kern="1200"/>
            <a:t>筋力トレーニング支援のための多種目トレーニング動画からの複数部位の筋電位推定</a:t>
          </a:r>
          <a:r>
            <a:rPr lang="en-US" sz="1100" kern="1200"/>
            <a:t>,Google scholar, 2022</a:t>
          </a:r>
        </a:p>
      </dsp:txBody>
      <dsp:txXfrm>
        <a:off x="765914" y="2628512"/>
        <a:ext cx="4320000" cy="1485000"/>
      </dsp:txXfrm>
    </dsp:sp>
    <dsp:sp modelId="{598B0809-2373-4A96-9C6B-97E63BD40D27}">
      <dsp:nvSpPr>
        <dsp:cNvPr id="0" name=""/>
        <dsp:cNvSpPr/>
      </dsp:nvSpPr>
      <dsp:spPr>
        <a:xfrm>
          <a:off x="7029914" y="79292"/>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A5AA16D-8F05-4A69-9FB8-8ABDCAF498D2}">
      <dsp:nvSpPr>
        <dsp:cNvPr id="0" name=""/>
        <dsp:cNvSpPr/>
      </dsp:nvSpPr>
      <dsp:spPr>
        <a:xfrm>
          <a:off x="5841914" y="2628512"/>
          <a:ext cx="4320000" cy="148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ja-JP" sz="1100" kern="1200"/>
            <a:t>詳細</a:t>
          </a:r>
          <a:r>
            <a:rPr lang="en-US" sz="1100" kern="1200"/>
            <a:t>:</a:t>
          </a:r>
          <a:r>
            <a:rPr lang="ja-JP" sz="1100" kern="1200"/>
            <a:t>この研究では</a:t>
          </a:r>
          <a:r>
            <a:rPr lang="en-US" sz="1100" kern="1200"/>
            <a:t>,</a:t>
          </a:r>
          <a:r>
            <a:rPr lang="ja-JP" sz="1100" kern="1200"/>
            <a:t>スマートフォンという媒体で撮影したトレーニングの動画だけで運 動効果を評価できるシステムを作ることが目的であり</a:t>
          </a:r>
          <a:r>
            <a:rPr lang="en-US" sz="1100" kern="1200"/>
            <a:t>,</a:t>
          </a:r>
          <a:r>
            <a:rPr lang="ja-JP" sz="1100" kern="1200"/>
            <a:t>筋電位を測れば効果を正確に評価 できるが筋電位センサは導入コストが高く</a:t>
          </a:r>
          <a:r>
            <a:rPr lang="en-US" sz="1100" kern="1200"/>
            <a:t>,</a:t>
          </a:r>
          <a:r>
            <a:rPr lang="ja-JP" sz="1100" kern="1200"/>
            <a:t>装着しながらのトレーニングは煩雑に感じる 可能性もあり現実的ではないため、深層学習を利用したトレーニング種 目の検知，及び，筋電位予測モデルの学習を行うそして，学習済みのモデルを利用して， トレーニング動画のみから運動効果を予測する</a:t>
          </a:r>
          <a:endParaRPr lang="en-US" sz="1100" kern="1200"/>
        </a:p>
      </dsp:txBody>
      <dsp:txXfrm>
        <a:off x="5841914" y="2628512"/>
        <a:ext cx="4320000" cy="1485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1B90A1-C77E-434F-AD33-BEA493F68EF1}">
      <dsp:nvSpPr>
        <dsp:cNvPr id="0" name=""/>
        <dsp:cNvSpPr/>
      </dsp:nvSpPr>
      <dsp:spPr>
        <a:xfrm>
          <a:off x="1953914" y="317567"/>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F3BA2A-67FA-4BF0-939E-CA07A253D932}">
      <dsp:nvSpPr>
        <dsp:cNvPr id="0" name=""/>
        <dsp:cNvSpPr/>
      </dsp:nvSpPr>
      <dsp:spPr>
        <a:xfrm>
          <a:off x="765914" y="2795237"/>
          <a:ext cx="4320000" cy="108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lang="ja-JP" sz="1100" kern="1200"/>
            <a:t>・ディープラーニング（深層学習）とは、人工知能（</a:t>
          </a:r>
          <a:r>
            <a:rPr lang="en-US" sz="1100" kern="1200"/>
            <a:t>AI</a:t>
          </a:r>
          <a:r>
            <a:rPr lang="ja-JP" sz="1100" kern="1200"/>
            <a:t>）技術の一種で、人間の脳の神経回路を模倣した多層構造のニューラルネットワークを用いて、データから特徴を自動的に学習する技術</a:t>
          </a:r>
          <a:endParaRPr lang="en-US" sz="1100" kern="1200"/>
        </a:p>
      </dsp:txBody>
      <dsp:txXfrm>
        <a:off x="765914" y="2795237"/>
        <a:ext cx="4320000" cy="1080000"/>
      </dsp:txXfrm>
    </dsp:sp>
    <dsp:sp modelId="{8A554F22-3C93-4D3A-8F08-5D3D2007DFF3}">
      <dsp:nvSpPr>
        <dsp:cNvPr id="0" name=""/>
        <dsp:cNvSpPr/>
      </dsp:nvSpPr>
      <dsp:spPr>
        <a:xfrm>
          <a:off x="7029914" y="317567"/>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5ED7A06-C500-40FA-A81A-49C25425DC72}">
      <dsp:nvSpPr>
        <dsp:cNvPr id="0" name=""/>
        <dsp:cNvSpPr/>
      </dsp:nvSpPr>
      <dsp:spPr>
        <a:xfrm>
          <a:off x="5841914" y="2795237"/>
          <a:ext cx="4320000" cy="108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pPr>
          <a:r>
            <a:rPr kumimoji="1" lang="ja-JP" sz="1100" kern="1200"/>
            <a:t>機械学習との違い</a:t>
          </a:r>
          <a:r>
            <a:rPr kumimoji="1" lang="en-US" sz="1100" kern="1200"/>
            <a:t>:</a:t>
          </a:r>
          <a:r>
            <a:rPr lang="ja-JP" sz="1100" kern="1200"/>
            <a:t>データから特徴を自動的に抽出できる点にあります。従来の手法では、エンジニアが手作業で「特徴量」と呼ばれる重要な要素を設計する必要がありましたが、ディープラーニングはこのプロセスを自動化し、より複雑なパターンを捉えることができるようになりました</a:t>
          </a:r>
          <a:endParaRPr lang="en-US" sz="1100" kern="1200"/>
        </a:p>
      </dsp:txBody>
      <dsp:txXfrm>
        <a:off x="5841914" y="2795237"/>
        <a:ext cx="4320000" cy="108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326A7E-6B8F-4507-BEA9-2F0C6A8D9B8C}">
      <dsp:nvSpPr>
        <dsp:cNvPr id="0" name=""/>
        <dsp:cNvSpPr/>
      </dsp:nvSpPr>
      <dsp:spPr>
        <a:xfrm>
          <a:off x="1333" y="110983"/>
          <a:ext cx="4682211" cy="297320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3AB208-DF77-4AF7-A693-FF524DC53DB3}">
      <dsp:nvSpPr>
        <dsp:cNvPr id="0" name=""/>
        <dsp:cNvSpPr/>
      </dsp:nvSpPr>
      <dsp:spPr>
        <a:xfrm>
          <a:off x="521579" y="605216"/>
          <a:ext cx="4682211" cy="297320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ja-JP" sz="2600" kern="1200"/>
            <a:t>自分が筋力トレーニングをしている身 からこういう技術があったらもっと便利になるし面白いなと思ったものを基準としている</a:t>
          </a:r>
          <a:endParaRPr lang="en-US" sz="2600" kern="1200"/>
        </a:p>
      </dsp:txBody>
      <dsp:txXfrm>
        <a:off x="608661" y="692298"/>
        <a:ext cx="4508047" cy="2799040"/>
      </dsp:txXfrm>
    </dsp:sp>
    <dsp:sp modelId="{B7EA6AD2-69BB-4E5F-A2C1-4B62277D03E2}">
      <dsp:nvSpPr>
        <dsp:cNvPr id="0" name=""/>
        <dsp:cNvSpPr/>
      </dsp:nvSpPr>
      <dsp:spPr>
        <a:xfrm>
          <a:off x="5724037" y="110983"/>
          <a:ext cx="4682211" cy="297320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97B88F-864F-4258-A7FA-59C62239042F}">
      <dsp:nvSpPr>
        <dsp:cNvPr id="0" name=""/>
        <dsp:cNvSpPr/>
      </dsp:nvSpPr>
      <dsp:spPr>
        <a:xfrm>
          <a:off x="6244283" y="605216"/>
          <a:ext cx="4682211" cy="297320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ja-JP" sz="2600" kern="1200"/>
            <a:t>また自分では気づくことができない部分を技術</a:t>
          </a:r>
          <a:r>
            <a:rPr lang="en-US" sz="2600" kern="1200"/>
            <a:t>(AI)</a:t>
          </a:r>
          <a:r>
            <a:rPr lang="ja-JP" sz="2600" kern="1200"/>
            <a:t>で補うという点がとても魅力的だ</a:t>
          </a:r>
          <a:endParaRPr lang="en-US" sz="2600" kern="1200"/>
        </a:p>
      </dsp:txBody>
      <dsp:txXfrm>
        <a:off x="6331365" y="692298"/>
        <a:ext cx="4508047" cy="279904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20AABE4-DCBF-F2E0-007F-79E85B0F5F03}"/>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E544E86-2C12-010E-C799-23EECAB107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82AA46BC-13E3-0A30-47EB-473EE3114946}"/>
              </a:ext>
            </a:extLst>
          </p:cNvPr>
          <p:cNvSpPr>
            <a:spLocks noGrp="1"/>
          </p:cNvSpPr>
          <p:nvPr>
            <p:ph type="dt" sz="half" idx="10"/>
          </p:nvPr>
        </p:nvSpPr>
        <p:spPr/>
        <p:txBody>
          <a:bodyPr/>
          <a:lstStyle/>
          <a:p>
            <a:fld id="{5F3BDA91-3087-4552-B0BD-F6A562074478}" type="datetimeFigureOut">
              <a:rPr kumimoji="1" lang="ja-JP" altLang="en-US" smtClean="0"/>
              <a:t>2025/12/13</a:t>
            </a:fld>
            <a:endParaRPr kumimoji="1" lang="ja-JP" altLang="en-US"/>
          </a:p>
        </p:txBody>
      </p:sp>
      <p:sp>
        <p:nvSpPr>
          <p:cNvPr id="5" name="フッター プレースホルダー 4">
            <a:extLst>
              <a:ext uri="{FF2B5EF4-FFF2-40B4-BE49-F238E27FC236}">
                <a16:creationId xmlns:a16="http://schemas.microsoft.com/office/drawing/2014/main" id="{0B2836E6-BC90-5AFD-F764-D61E4B67809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92DAFEC-748C-952B-3635-74A46CF9A4EF}"/>
              </a:ext>
            </a:extLst>
          </p:cNvPr>
          <p:cNvSpPr>
            <a:spLocks noGrp="1"/>
          </p:cNvSpPr>
          <p:nvPr>
            <p:ph type="sldNum" sz="quarter" idx="12"/>
          </p:nvPr>
        </p:nvSpPr>
        <p:spPr/>
        <p:txBody>
          <a:bodyPr/>
          <a:lstStyle/>
          <a:p>
            <a:fld id="{6A919138-6B0C-412C-A00F-48E1D847EAEF}" type="slidenum">
              <a:rPr kumimoji="1" lang="ja-JP" altLang="en-US" smtClean="0"/>
              <a:t>‹#›</a:t>
            </a:fld>
            <a:endParaRPr kumimoji="1" lang="ja-JP" altLang="en-US"/>
          </a:p>
        </p:txBody>
      </p:sp>
    </p:spTree>
    <p:extLst>
      <p:ext uri="{BB962C8B-B14F-4D97-AF65-F5344CB8AC3E}">
        <p14:creationId xmlns:p14="http://schemas.microsoft.com/office/powerpoint/2010/main" val="2280003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8A789B-9C5E-8368-8FF9-803DC4F567F6}"/>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554A215-17C1-92ED-31E0-6A7212DAD1D9}"/>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B0C7B66-0D30-F037-0577-C75992587536}"/>
              </a:ext>
            </a:extLst>
          </p:cNvPr>
          <p:cNvSpPr>
            <a:spLocks noGrp="1"/>
          </p:cNvSpPr>
          <p:nvPr>
            <p:ph type="dt" sz="half" idx="10"/>
          </p:nvPr>
        </p:nvSpPr>
        <p:spPr/>
        <p:txBody>
          <a:bodyPr/>
          <a:lstStyle/>
          <a:p>
            <a:fld id="{5F3BDA91-3087-4552-B0BD-F6A562074478}" type="datetimeFigureOut">
              <a:rPr kumimoji="1" lang="ja-JP" altLang="en-US" smtClean="0"/>
              <a:t>2025/12/13</a:t>
            </a:fld>
            <a:endParaRPr kumimoji="1" lang="ja-JP" altLang="en-US"/>
          </a:p>
        </p:txBody>
      </p:sp>
      <p:sp>
        <p:nvSpPr>
          <p:cNvPr id="5" name="フッター プレースホルダー 4">
            <a:extLst>
              <a:ext uri="{FF2B5EF4-FFF2-40B4-BE49-F238E27FC236}">
                <a16:creationId xmlns:a16="http://schemas.microsoft.com/office/drawing/2014/main" id="{B8E98E4E-8BD3-CBD3-F040-32E4D5A3CFC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36E57A0-7A87-966C-3AD8-8751511B63E5}"/>
              </a:ext>
            </a:extLst>
          </p:cNvPr>
          <p:cNvSpPr>
            <a:spLocks noGrp="1"/>
          </p:cNvSpPr>
          <p:nvPr>
            <p:ph type="sldNum" sz="quarter" idx="12"/>
          </p:nvPr>
        </p:nvSpPr>
        <p:spPr/>
        <p:txBody>
          <a:bodyPr/>
          <a:lstStyle/>
          <a:p>
            <a:fld id="{6A919138-6B0C-412C-A00F-48E1D847EAEF}" type="slidenum">
              <a:rPr kumimoji="1" lang="ja-JP" altLang="en-US" smtClean="0"/>
              <a:t>‹#›</a:t>
            </a:fld>
            <a:endParaRPr kumimoji="1" lang="ja-JP" altLang="en-US"/>
          </a:p>
        </p:txBody>
      </p:sp>
    </p:spTree>
    <p:extLst>
      <p:ext uri="{BB962C8B-B14F-4D97-AF65-F5344CB8AC3E}">
        <p14:creationId xmlns:p14="http://schemas.microsoft.com/office/powerpoint/2010/main" val="2711922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CD93DD-0F5C-4B6F-30F5-3A29710F4A8E}"/>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750BE1E-C703-409D-0656-D8C3C53DD2C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BC14459D-E371-1B4C-6E28-172AFC6DDAA8}"/>
              </a:ext>
            </a:extLst>
          </p:cNvPr>
          <p:cNvSpPr>
            <a:spLocks noGrp="1"/>
          </p:cNvSpPr>
          <p:nvPr>
            <p:ph type="dt" sz="half" idx="10"/>
          </p:nvPr>
        </p:nvSpPr>
        <p:spPr/>
        <p:txBody>
          <a:bodyPr/>
          <a:lstStyle/>
          <a:p>
            <a:fld id="{5F3BDA91-3087-4552-B0BD-F6A562074478}" type="datetimeFigureOut">
              <a:rPr kumimoji="1" lang="ja-JP" altLang="en-US" smtClean="0"/>
              <a:t>2025/12/13</a:t>
            </a:fld>
            <a:endParaRPr kumimoji="1" lang="ja-JP" altLang="en-US"/>
          </a:p>
        </p:txBody>
      </p:sp>
      <p:sp>
        <p:nvSpPr>
          <p:cNvPr id="5" name="フッター プレースホルダー 4">
            <a:extLst>
              <a:ext uri="{FF2B5EF4-FFF2-40B4-BE49-F238E27FC236}">
                <a16:creationId xmlns:a16="http://schemas.microsoft.com/office/drawing/2014/main" id="{764A6EE4-B2D4-EE82-66B3-70797B61046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F4BA039-2C34-D6F8-084E-08508A0FF049}"/>
              </a:ext>
            </a:extLst>
          </p:cNvPr>
          <p:cNvSpPr>
            <a:spLocks noGrp="1"/>
          </p:cNvSpPr>
          <p:nvPr>
            <p:ph type="sldNum" sz="quarter" idx="12"/>
          </p:nvPr>
        </p:nvSpPr>
        <p:spPr/>
        <p:txBody>
          <a:bodyPr/>
          <a:lstStyle/>
          <a:p>
            <a:fld id="{6A919138-6B0C-412C-A00F-48E1D847EAEF}" type="slidenum">
              <a:rPr kumimoji="1" lang="ja-JP" altLang="en-US" smtClean="0"/>
              <a:t>‹#›</a:t>
            </a:fld>
            <a:endParaRPr kumimoji="1" lang="ja-JP" altLang="en-US"/>
          </a:p>
        </p:txBody>
      </p:sp>
    </p:spTree>
    <p:extLst>
      <p:ext uri="{BB962C8B-B14F-4D97-AF65-F5344CB8AC3E}">
        <p14:creationId xmlns:p14="http://schemas.microsoft.com/office/powerpoint/2010/main" val="2436908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A89771-9252-AF6C-4538-316EBF0D831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5ACBEF5-1AFF-D877-293E-DE1FBFC84E6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B19B12B7-28A0-2DF0-AA1F-2251E40B6670}"/>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1509E8A-4691-D6A2-708D-553BA13A89DF}"/>
              </a:ext>
            </a:extLst>
          </p:cNvPr>
          <p:cNvSpPr>
            <a:spLocks noGrp="1"/>
          </p:cNvSpPr>
          <p:nvPr>
            <p:ph type="dt" sz="half" idx="10"/>
          </p:nvPr>
        </p:nvSpPr>
        <p:spPr/>
        <p:txBody>
          <a:bodyPr/>
          <a:lstStyle/>
          <a:p>
            <a:fld id="{5F3BDA91-3087-4552-B0BD-F6A562074478}" type="datetimeFigureOut">
              <a:rPr kumimoji="1" lang="ja-JP" altLang="en-US" smtClean="0"/>
              <a:t>2025/12/13</a:t>
            </a:fld>
            <a:endParaRPr kumimoji="1" lang="ja-JP" altLang="en-US"/>
          </a:p>
        </p:txBody>
      </p:sp>
      <p:sp>
        <p:nvSpPr>
          <p:cNvPr id="6" name="フッター プレースホルダー 5">
            <a:extLst>
              <a:ext uri="{FF2B5EF4-FFF2-40B4-BE49-F238E27FC236}">
                <a16:creationId xmlns:a16="http://schemas.microsoft.com/office/drawing/2014/main" id="{65D90B5C-F649-5010-BBFA-2D35FC818A6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48B0520-6DEF-6AA5-4417-BF3FD2002A1E}"/>
              </a:ext>
            </a:extLst>
          </p:cNvPr>
          <p:cNvSpPr>
            <a:spLocks noGrp="1"/>
          </p:cNvSpPr>
          <p:nvPr>
            <p:ph type="sldNum" sz="quarter" idx="12"/>
          </p:nvPr>
        </p:nvSpPr>
        <p:spPr/>
        <p:txBody>
          <a:bodyPr/>
          <a:lstStyle/>
          <a:p>
            <a:fld id="{6A919138-6B0C-412C-A00F-48E1D847EAEF}" type="slidenum">
              <a:rPr kumimoji="1" lang="ja-JP" altLang="en-US" smtClean="0"/>
              <a:t>‹#›</a:t>
            </a:fld>
            <a:endParaRPr kumimoji="1" lang="ja-JP" altLang="en-US"/>
          </a:p>
        </p:txBody>
      </p:sp>
    </p:spTree>
    <p:extLst>
      <p:ext uri="{BB962C8B-B14F-4D97-AF65-F5344CB8AC3E}">
        <p14:creationId xmlns:p14="http://schemas.microsoft.com/office/powerpoint/2010/main" val="599364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1F61B8-8DED-2B7D-DE69-EEA4A705B7C8}"/>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530507E-B7E5-36AE-38CB-156F338568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7C6B8F7C-7497-8729-388C-59B6C1C4A40C}"/>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1A0A706-A493-E2A6-5EBC-CE297D5DDF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0C14F20-349C-D94A-1166-471792EAACA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715E2BF-5743-4782-B662-CB604CC2C013}"/>
              </a:ext>
            </a:extLst>
          </p:cNvPr>
          <p:cNvSpPr>
            <a:spLocks noGrp="1"/>
          </p:cNvSpPr>
          <p:nvPr>
            <p:ph type="dt" sz="half" idx="10"/>
          </p:nvPr>
        </p:nvSpPr>
        <p:spPr/>
        <p:txBody>
          <a:bodyPr/>
          <a:lstStyle/>
          <a:p>
            <a:fld id="{5F3BDA91-3087-4552-B0BD-F6A562074478}" type="datetimeFigureOut">
              <a:rPr kumimoji="1" lang="ja-JP" altLang="en-US" smtClean="0"/>
              <a:t>2025/12/13</a:t>
            </a:fld>
            <a:endParaRPr kumimoji="1" lang="ja-JP" altLang="en-US"/>
          </a:p>
        </p:txBody>
      </p:sp>
      <p:sp>
        <p:nvSpPr>
          <p:cNvPr id="8" name="フッター プレースホルダー 7">
            <a:extLst>
              <a:ext uri="{FF2B5EF4-FFF2-40B4-BE49-F238E27FC236}">
                <a16:creationId xmlns:a16="http://schemas.microsoft.com/office/drawing/2014/main" id="{5058454A-4B92-3542-1378-3AF92AE4D8C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0196D1C2-3200-82C1-F4B8-F5BD5EB3DCDB}"/>
              </a:ext>
            </a:extLst>
          </p:cNvPr>
          <p:cNvSpPr>
            <a:spLocks noGrp="1"/>
          </p:cNvSpPr>
          <p:nvPr>
            <p:ph type="sldNum" sz="quarter" idx="12"/>
          </p:nvPr>
        </p:nvSpPr>
        <p:spPr/>
        <p:txBody>
          <a:bodyPr/>
          <a:lstStyle/>
          <a:p>
            <a:fld id="{6A919138-6B0C-412C-A00F-48E1D847EAEF}" type="slidenum">
              <a:rPr kumimoji="1" lang="ja-JP" altLang="en-US" smtClean="0"/>
              <a:t>‹#›</a:t>
            </a:fld>
            <a:endParaRPr kumimoji="1" lang="ja-JP" altLang="en-US"/>
          </a:p>
        </p:txBody>
      </p:sp>
    </p:spTree>
    <p:extLst>
      <p:ext uri="{BB962C8B-B14F-4D97-AF65-F5344CB8AC3E}">
        <p14:creationId xmlns:p14="http://schemas.microsoft.com/office/powerpoint/2010/main" val="3684766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58AC58-469B-ED75-A536-96C437EA16B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82CB7FC1-FE9F-FE7E-2CE0-3B2C15CFB43C}"/>
              </a:ext>
            </a:extLst>
          </p:cNvPr>
          <p:cNvSpPr>
            <a:spLocks noGrp="1"/>
          </p:cNvSpPr>
          <p:nvPr>
            <p:ph type="dt" sz="half" idx="10"/>
          </p:nvPr>
        </p:nvSpPr>
        <p:spPr/>
        <p:txBody>
          <a:bodyPr/>
          <a:lstStyle/>
          <a:p>
            <a:fld id="{5F3BDA91-3087-4552-B0BD-F6A562074478}" type="datetimeFigureOut">
              <a:rPr kumimoji="1" lang="ja-JP" altLang="en-US" smtClean="0"/>
              <a:t>2025/12/13</a:t>
            </a:fld>
            <a:endParaRPr kumimoji="1" lang="ja-JP" altLang="en-US"/>
          </a:p>
        </p:txBody>
      </p:sp>
      <p:sp>
        <p:nvSpPr>
          <p:cNvPr id="4" name="フッター プレースホルダー 3">
            <a:extLst>
              <a:ext uri="{FF2B5EF4-FFF2-40B4-BE49-F238E27FC236}">
                <a16:creationId xmlns:a16="http://schemas.microsoft.com/office/drawing/2014/main" id="{C89A6495-7E08-4714-59E6-10289D21510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311A64E-729F-39E9-8285-5BBDBBCC0AE3}"/>
              </a:ext>
            </a:extLst>
          </p:cNvPr>
          <p:cNvSpPr>
            <a:spLocks noGrp="1"/>
          </p:cNvSpPr>
          <p:nvPr>
            <p:ph type="sldNum" sz="quarter" idx="12"/>
          </p:nvPr>
        </p:nvSpPr>
        <p:spPr/>
        <p:txBody>
          <a:bodyPr/>
          <a:lstStyle/>
          <a:p>
            <a:fld id="{6A919138-6B0C-412C-A00F-48E1D847EAEF}" type="slidenum">
              <a:rPr kumimoji="1" lang="ja-JP" altLang="en-US" smtClean="0"/>
              <a:t>‹#›</a:t>
            </a:fld>
            <a:endParaRPr kumimoji="1" lang="ja-JP" altLang="en-US"/>
          </a:p>
        </p:txBody>
      </p:sp>
    </p:spTree>
    <p:extLst>
      <p:ext uri="{BB962C8B-B14F-4D97-AF65-F5344CB8AC3E}">
        <p14:creationId xmlns:p14="http://schemas.microsoft.com/office/powerpoint/2010/main" val="3623542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076FF860-1F04-8D16-E105-3EC360E87520}"/>
              </a:ext>
            </a:extLst>
          </p:cNvPr>
          <p:cNvSpPr>
            <a:spLocks noGrp="1"/>
          </p:cNvSpPr>
          <p:nvPr>
            <p:ph type="dt" sz="half" idx="10"/>
          </p:nvPr>
        </p:nvSpPr>
        <p:spPr/>
        <p:txBody>
          <a:bodyPr/>
          <a:lstStyle/>
          <a:p>
            <a:fld id="{5F3BDA91-3087-4552-B0BD-F6A562074478}" type="datetimeFigureOut">
              <a:rPr kumimoji="1" lang="ja-JP" altLang="en-US" smtClean="0"/>
              <a:t>2025/12/13</a:t>
            </a:fld>
            <a:endParaRPr kumimoji="1" lang="ja-JP" altLang="en-US"/>
          </a:p>
        </p:txBody>
      </p:sp>
      <p:sp>
        <p:nvSpPr>
          <p:cNvPr id="3" name="フッター プレースホルダー 2">
            <a:extLst>
              <a:ext uri="{FF2B5EF4-FFF2-40B4-BE49-F238E27FC236}">
                <a16:creationId xmlns:a16="http://schemas.microsoft.com/office/drawing/2014/main" id="{F298FA12-1CF5-F10E-2386-249CEBABA00A}"/>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EC8B01E-E8BE-D04D-322E-ED606104D19B}"/>
              </a:ext>
            </a:extLst>
          </p:cNvPr>
          <p:cNvSpPr>
            <a:spLocks noGrp="1"/>
          </p:cNvSpPr>
          <p:nvPr>
            <p:ph type="sldNum" sz="quarter" idx="12"/>
          </p:nvPr>
        </p:nvSpPr>
        <p:spPr/>
        <p:txBody>
          <a:bodyPr/>
          <a:lstStyle/>
          <a:p>
            <a:fld id="{6A919138-6B0C-412C-A00F-48E1D847EAEF}" type="slidenum">
              <a:rPr kumimoji="1" lang="ja-JP" altLang="en-US" smtClean="0"/>
              <a:t>‹#›</a:t>
            </a:fld>
            <a:endParaRPr kumimoji="1" lang="ja-JP" altLang="en-US"/>
          </a:p>
        </p:txBody>
      </p:sp>
    </p:spTree>
    <p:extLst>
      <p:ext uri="{BB962C8B-B14F-4D97-AF65-F5344CB8AC3E}">
        <p14:creationId xmlns:p14="http://schemas.microsoft.com/office/powerpoint/2010/main" val="3038644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5EF5A3-2B7B-6F3F-866E-5F4C999F1B8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3670120-A1B3-07D6-707F-9EABB80559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24AD9A5C-9FDB-9294-0CA6-D95C299C94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D46A36A-15EB-CD75-FE28-BE6A98FAA3ED}"/>
              </a:ext>
            </a:extLst>
          </p:cNvPr>
          <p:cNvSpPr>
            <a:spLocks noGrp="1"/>
          </p:cNvSpPr>
          <p:nvPr>
            <p:ph type="dt" sz="half" idx="10"/>
          </p:nvPr>
        </p:nvSpPr>
        <p:spPr/>
        <p:txBody>
          <a:bodyPr/>
          <a:lstStyle/>
          <a:p>
            <a:fld id="{5F3BDA91-3087-4552-B0BD-F6A562074478}" type="datetimeFigureOut">
              <a:rPr kumimoji="1" lang="ja-JP" altLang="en-US" smtClean="0"/>
              <a:t>2025/12/13</a:t>
            </a:fld>
            <a:endParaRPr kumimoji="1" lang="ja-JP" altLang="en-US"/>
          </a:p>
        </p:txBody>
      </p:sp>
      <p:sp>
        <p:nvSpPr>
          <p:cNvPr id="6" name="フッター プレースホルダー 5">
            <a:extLst>
              <a:ext uri="{FF2B5EF4-FFF2-40B4-BE49-F238E27FC236}">
                <a16:creationId xmlns:a16="http://schemas.microsoft.com/office/drawing/2014/main" id="{2ED8C53C-225F-EA31-FBC3-9834AC3F1AC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1F6FA65-35DE-CF1E-62FC-8C7595881E30}"/>
              </a:ext>
            </a:extLst>
          </p:cNvPr>
          <p:cNvSpPr>
            <a:spLocks noGrp="1"/>
          </p:cNvSpPr>
          <p:nvPr>
            <p:ph type="sldNum" sz="quarter" idx="12"/>
          </p:nvPr>
        </p:nvSpPr>
        <p:spPr/>
        <p:txBody>
          <a:bodyPr/>
          <a:lstStyle/>
          <a:p>
            <a:fld id="{6A919138-6B0C-412C-A00F-48E1D847EAEF}" type="slidenum">
              <a:rPr kumimoji="1" lang="ja-JP" altLang="en-US" smtClean="0"/>
              <a:t>‹#›</a:t>
            </a:fld>
            <a:endParaRPr kumimoji="1" lang="ja-JP" altLang="en-US"/>
          </a:p>
        </p:txBody>
      </p:sp>
    </p:spTree>
    <p:extLst>
      <p:ext uri="{BB962C8B-B14F-4D97-AF65-F5344CB8AC3E}">
        <p14:creationId xmlns:p14="http://schemas.microsoft.com/office/powerpoint/2010/main" val="4012997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B012E8-954C-9598-413A-B3359C190BB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9680A746-1B29-BA7F-25E3-887F5CCEAD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A902D55-4EC2-6FB3-6A8C-3E2DF4AB2E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862DF4E-12C9-17CD-2959-3BFB9F1AA8D2}"/>
              </a:ext>
            </a:extLst>
          </p:cNvPr>
          <p:cNvSpPr>
            <a:spLocks noGrp="1"/>
          </p:cNvSpPr>
          <p:nvPr>
            <p:ph type="dt" sz="half" idx="10"/>
          </p:nvPr>
        </p:nvSpPr>
        <p:spPr/>
        <p:txBody>
          <a:bodyPr/>
          <a:lstStyle/>
          <a:p>
            <a:fld id="{5F3BDA91-3087-4552-B0BD-F6A562074478}" type="datetimeFigureOut">
              <a:rPr kumimoji="1" lang="ja-JP" altLang="en-US" smtClean="0"/>
              <a:t>2025/12/13</a:t>
            </a:fld>
            <a:endParaRPr kumimoji="1" lang="ja-JP" altLang="en-US"/>
          </a:p>
        </p:txBody>
      </p:sp>
      <p:sp>
        <p:nvSpPr>
          <p:cNvPr id="6" name="フッター プレースホルダー 5">
            <a:extLst>
              <a:ext uri="{FF2B5EF4-FFF2-40B4-BE49-F238E27FC236}">
                <a16:creationId xmlns:a16="http://schemas.microsoft.com/office/drawing/2014/main" id="{7BCCFF55-9DE6-7609-898E-6014104107C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0073BE8-A939-F10C-7F16-04AC0AA486F4}"/>
              </a:ext>
            </a:extLst>
          </p:cNvPr>
          <p:cNvSpPr>
            <a:spLocks noGrp="1"/>
          </p:cNvSpPr>
          <p:nvPr>
            <p:ph type="sldNum" sz="quarter" idx="12"/>
          </p:nvPr>
        </p:nvSpPr>
        <p:spPr/>
        <p:txBody>
          <a:bodyPr/>
          <a:lstStyle/>
          <a:p>
            <a:fld id="{6A919138-6B0C-412C-A00F-48E1D847EAEF}" type="slidenum">
              <a:rPr kumimoji="1" lang="ja-JP" altLang="en-US" smtClean="0"/>
              <a:t>‹#›</a:t>
            </a:fld>
            <a:endParaRPr kumimoji="1" lang="ja-JP" altLang="en-US"/>
          </a:p>
        </p:txBody>
      </p:sp>
    </p:spTree>
    <p:extLst>
      <p:ext uri="{BB962C8B-B14F-4D97-AF65-F5344CB8AC3E}">
        <p14:creationId xmlns:p14="http://schemas.microsoft.com/office/powerpoint/2010/main" val="2516025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DD472E-AECE-CED6-C44E-D54A605801D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88290A4-4EDC-CCFC-79FB-DE538AD8B00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F674AB6-5A85-4218-FA10-A2148A3D0B8B}"/>
              </a:ext>
            </a:extLst>
          </p:cNvPr>
          <p:cNvSpPr>
            <a:spLocks noGrp="1"/>
          </p:cNvSpPr>
          <p:nvPr>
            <p:ph type="dt" sz="half" idx="10"/>
          </p:nvPr>
        </p:nvSpPr>
        <p:spPr/>
        <p:txBody>
          <a:bodyPr/>
          <a:lstStyle/>
          <a:p>
            <a:fld id="{5F3BDA91-3087-4552-B0BD-F6A562074478}" type="datetimeFigureOut">
              <a:rPr kumimoji="1" lang="ja-JP" altLang="en-US" smtClean="0"/>
              <a:t>2025/12/13</a:t>
            </a:fld>
            <a:endParaRPr kumimoji="1" lang="ja-JP" altLang="en-US"/>
          </a:p>
        </p:txBody>
      </p:sp>
      <p:sp>
        <p:nvSpPr>
          <p:cNvPr id="5" name="フッター プレースホルダー 4">
            <a:extLst>
              <a:ext uri="{FF2B5EF4-FFF2-40B4-BE49-F238E27FC236}">
                <a16:creationId xmlns:a16="http://schemas.microsoft.com/office/drawing/2014/main" id="{AF4C454A-0B21-FBC8-7D9B-F77909A7E75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E94E143-37F1-6732-6D00-21A439172450}"/>
              </a:ext>
            </a:extLst>
          </p:cNvPr>
          <p:cNvSpPr>
            <a:spLocks noGrp="1"/>
          </p:cNvSpPr>
          <p:nvPr>
            <p:ph type="sldNum" sz="quarter" idx="12"/>
          </p:nvPr>
        </p:nvSpPr>
        <p:spPr/>
        <p:txBody>
          <a:bodyPr/>
          <a:lstStyle/>
          <a:p>
            <a:fld id="{6A919138-6B0C-412C-A00F-48E1D847EAEF}" type="slidenum">
              <a:rPr kumimoji="1" lang="ja-JP" altLang="en-US" smtClean="0"/>
              <a:t>‹#›</a:t>
            </a:fld>
            <a:endParaRPr kumimoji="1" lang="ja-JP" altLang="en-US"/>
          </a:p>
        </p:txBody>
      </p:sp>
    </p:spTree>
    <p:extLst>
      <p:ext uri="{BB962C8B-B14F-4D97-AF65-F5344CB8AC3E}">
        <p14:creationId xmlns:p14="http://schemas.microsoft.com/office/powerpoint/2010/main" val="12577544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E256585C-ACAB-B860-3CC5-2CC4B264C69B}"/>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16898C0-8CAF-0399-6A5C-F34C84DEE4A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004197E-888F-AD9B-185A-5F37BF9A5443}"/>
              </a:ext>
            </a:extLst>
          </p:cNvPr>
          <p:cNvSpPr>
            <a:spLocks noGrp="1"/>
          </p:cNvSpPr>
          <p:nvPr>
            <p:ph type="dt" sz="half" idx="10"/>
          </p:nvPr>
        </p:nvSpPr>
        <p:spPr/>
        <p:txBody>
          <a:bodyPr/>
          <a:lstStyle/>
          <a:p>
            <a:fld id="{5F3BDA91-3087-4552-B0BD-F6A562074478}" type="datetimeFigureOut">
              <a:rPr kumimoji="1" lang="ja-JP" altLang="en-US" smtClean="0"/>
              <a:t>2025/12/13</a:t>
            </a:fld>
            <a:endParaRPr kumimoji="1" lang="ja-JP" altLang="en-US"/>
          </a:p>
        </p:txBody>
      </p:sp>
      <p:sp>
        <p:nvSpPr>
          <p:cNvPr id="5" name="フッター プレースホルダー 4">
            <a:extLst>
              <a:ext uri="{FF2B5EF4-FFF2-40B4-BE49-F238E27FC236}">
                <a16:creationId xmlns:a16="http://schemas.microsoft.com/office/drawing/2014/main" id="{D9AA91BB-EF90-7247-C3A2-46AB6617C23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C46FDB9-CD81-8F97-C115-DA6B74D953D4}"/>
              </a:ext>
            </a:extLst>
          </p:cNvPr>
          <p:cNvSpPr>
            <a:spLocks noGrp="1"/>
          </p:cNvSpPr>
          <p:nvPr>
            <p:ph type="sldNum" sz="quarter" idx="12"/>
          </p:nvPr>
        </p:nvSpPr>
        <p:spPr/>
        <p:txBody>
          <a:bodyPr/>
          <a:lstStyle/>
          <a:p>
            <a:fld id="{6A919138-6B0C-412C-A00F-48E1D847EAEF}" type="slidenum">
              <a:rPr kumimoji="1" lang="ja-JP" altLang="en-US" smtClean="0"/>
              <a:t>‹#›</a:t>
            </a:fld>
            <a:endParaRPr kumimoji="1" lang="ja-JP" altLang="en-US"/>
          </a:p>
        </p:txBody>
      </p:sp>
    </p:spTree>
    <p:extLst>
      <p:ext uri="{BB962C8B-B14F-4D97-AF65-F5344CB8AC3E}">
        <p14:creationId xmlns:p14="http://schemas.microsoft.com/office/powerpoint/2010/main" val="3224443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E7EA2EF1-7881-F84F-E9C9-D4A001D831A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422FE6C-C5DE-A7E7-37CD-AB4A4CACA1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E137A64-F26F-A038-A567-8D8987B395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3BDA91-3087-4552-B0BD-F6A562074478}" type="datetimeFigureOut">
              <a:rPr kumimoji="1" lang="ja-JP" altLang="en-US" smtClean="0"/>
              <a:t>2025/12/13</a:t>
            </a:fld>
            <a:endParaRPr kumimoji="1" lang="ja-JP" altLang="en-US"/>
          </a:p>
        </p:txBody>
      </p:sp>
      <p:sp>
        <p:nvSpPr>
          <p:cNvPr id="5" name="フッター プレースホルダー 4">
            <a:extLst>
              <a:ext uri="{FF2B5EF4-FFF2-40B4-BE49-F238E27FC236}">
                <a16:creationId xmlns:a16="http://schemas.microsoft.com/office/drawing/2014/main" id="{49F489AD-E72E-0059-1830-FF3C944FCA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1C21A5F-1F88-A8C7-5EE3-4DA570FF96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919138-6B0C-412C-A00F-48E1D847EAEF}" type="slidenum">
              <a:rPr kumimoji="1" lang="ja-JP" altLang="en-US" smtClean="0"/>
              <a:t>‹#›</a:t>
            </a:fld>
            <a:endParaRPr kumimoji="1" lang="ja-JP" altLang="en-US"/>
          </a:p>
        </p:txBody>
      </p:sp>
    </p:spTree>
    <p:extLst>
      <p:ext uri="{BB962C8B-B14F-4D97-AF65-F5344CB8AC3E}">
        <p14:creationId xmlns:p14="http://schemas.microsoft.com/office/powerpoint/2010/main" val="39351781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08E5F642-9DF1-F0CB-7F84-DDF66AC3BFCA}"/>
              </a:ext>
            </a:extLst>
          </p:cNvPr>
          <p:cNvSpPr>
            <a:spLocks noGrp="1"/>
          </p:cNvSpPr>
          <p:nvPr>
            <p:ph type="ctrTitle"/>
          </p:nvPr>
        </p:nvSpPr>
        <p:spPr>
          <a:xfrm>
            <a:off x="4162567" y="818984"/>
            <a:ext cx="6714699" cy="3178689"/>
          </a:xfrm>
        </p:spPr>
        <p:txBody>
          <a:bodyPr>
            <a:normAutofit/>
          </a:bodyPr>
          <a:lstStyle/>
          <a:p>
            <a:pPr algn="l"/>
            <a:r>
              <a:rPr kumimoji="1" lang="ja-JP" altLang="en-US" sz="4800">
                <a:solidFill>
                  <a:srgbClr val="FFFFFF"/>
                </a:solidFill>
              </a:rPr>
              <a:t>宮澤研究室</a:t>
            </a:r>
          </a:p>
        </p:txBody>
      </p:sp>
      <p:sp>
        <p:nvSpPr>
          <p:cNvPr id="35" name="Rectangle 34">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字幕 2">
            <a:extLst>
              <a:ext uri="{FF2B5EF4-FFF2-40B4-BE49-F238E27FC236}">
                <a16:creationId xmlns:a16="http://schemas.microsoft.com/office/drawing/2014/main" id="{94156D19-BF53-8CF6-0C25-A911A6C0226A}"/>
              </a:ext>
            </a:extLst>
          </p:cNvPr>
          <p:cNvSpPr>
            <a:spLocks noGrp="1"/>
          </p:cNvSpPr>
          <p:nvPr>
            <p:ph type="subTitle" idx="1"/>
          </p:nvPr>
        </p:nvSpPr>
        <p:spPr>
          <a:xfrm>
            <a:off x="4285397" y="4960961"/>
            <a:ext cx="7055893" cy="1078054"/>
          </a:xfrm>
        </p:spPr>
        <p:txBody>
          <a:bodyPr>
            <a:normAutofit/>
          </a:bodyPr>
          <a:lstStyle/>
          <a:p>
            <a:pPr algn="l"/>
            <a:r>
              <a:rPr kumimoji="1" lang="en-US" altLang="ja-JP">
                <a:solidFill>
                  <a:srgbClr val="FFFFFF"/>
                </a:solidFill>
              </a:rPr>
              <a:t>2023TS030 </a:t>
            </a:r>
            <a:r>
              <a:rPr kumimoji="1" lang="ja-JP" altLang="en-US">
                <a:solidFill>
                  <a:srgbClr val="FFFFFF"/>
                </a:solidFill>
              </a:rPr>
              <a:t>川瀬　翔大</a:t>
            </a:r>
          </a:p>
        </p:txBody>
      </p:sp>
    </p:spTree>
    <p:extLst>
      <p:ext uri="{BB962C8B-B14F-4D97-AF65-F5344CB8AC3E}">
        <p14:creationId xmlns:p14="http://schemas.microsoft.com/office/powerpoint/2010/main" val="3316320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0E4865-E714-0368-7D57-1C6EBA737831}"/>
              </a:ext>
            </a:extLst>
          </p:cNvPr>
          <p:cNvSpPr>
            <a:spLocks noGrp="1"/>
          </p:cNvSpPr>
          <p:nvPr>
            <p:ph type="title"/>
          </p:nvPr>
        </p:nvSpPr>
        <p:spPr/>
        <p:txBody>
          <a:bodyPr/>
          <a:lstStyle/>
          <a:p>
            <a:r>
              <a:rPr kumimoji="1" lang="en-US" altLang="ja-JP"/>
              <a:t>1.</a:t>
            </a:r>
            <a:r>
              <a:rPr kumimoji="1" lang="ja-JP" altLang="en-US"/>
              <a:t>興味ある論文・書籍について</a:t>
            </a:r>
            <a:endParaRPr kumimoji="1" lang="ja-JP" altLang="en-US" dirty="0"/>
          </a:p>
        </p:txBody>
      </p:sp>
      <p:graphicFrame>
        <p:nvGraphicFramePr>
          <p:cNvPr id="5" name="コンテンツ プレースホルダー 2">
            <a:extLst>
              <a:ext uri="{FF2B5EF4-FFF2-40B4-BE49-F238E27FC236}">
                <a16:creationId xmlns:a16="http://schemas.microsoft.com/office/drawing/2014/main" id="{11BF8F77-891C-1C9D-88CD-038CFE9D1D62}"/>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90681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D0486EF-7FDF-E52F-F3ED-7A5423CE5D31}"/>
              </a:ext>
            </a:extLst>
          </p:cNvPr>
          <p:cNvSpPr>
            <a:spLocks noGrp="1"/>
          </p:cNvSpPr>
          <p:nvPr>
            <p:ph type="title"/>
          </p:nvPr>
        </p:nvSpPr>
        <p:spPr>
          <a:xfrm>
            <a:off x="1043631" y="809898"/>
            <a:ext cx="10173010" cy="1554480"/>
          </a:xfrm>
        </p:spPr>
        <p:txBody>
          <a:bodyPr anchor="ctr">
            <a:normAutofit/>
          </a:bodyPr>
          <a:lstStyle/>
          <a:p>
            <a:r>
              <a:rPr lang="ja-JP" altLang="en-US" sz="4800"/>
              <a:t>モーションキャプチャー</a:t>
            </a:r>
            <a:r>
              <a:rPr lang="en-US" altLang="ja-JP" sz="4800"/>
              <a:t>(kinect)</a:t>
            </a:r>
            <a:r>
              <a:rPr lang="ja-JP" altLang="en-US" sz="4800"/>
              <a:t>と透過型</a:t>
            </a:r>
            <a:r>
              <a:rPr lang="en-US" altLang="ja-JP" sz="4800"/>
              <a:t>HMD(holoLens)</a:t>
            </a:r>
            <a:r>
              <a:rPr lang="ja-JP" altLang="en-US" sz="4800"/>
              <a:t>について</a:t>
            </a:r>
            <a:endParaRPr kumimoji="1" lang="ja-JP" altLang="en-US" sz="480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コンテンツ プレースホルダー 2">
            <a:extLst>
              <a:ext uri="{FF2B5EF4-FFF2-40B4-BE49-F238E27FC236}">
                <a16:creationId xmlns:a16="http://schemas.microsoft.com/office/drawing/2014/main" id="{30634383-A7F1-D197-A3E1-E9857E0093E3}"/>
              </a:ext>
            </a:extLst>
          </p:cNvPr>
          <p:cNvGraphicFramePr>
            <a:graphicFrameLocks noGrp="1"/>
          </p:cNvGraphicFramePr>
          <p:nvPr>
            <p:ph idx="1"/>
            <p:extLst>
              <p:ext uri="{D42A27DB-BD31-4B8C-83A1-F6EECF244321}">
                <p14:modId xmlns:p14="http://schemas.microsoft.com/office/powerpoint/2010/main" val="2672166612"/>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40037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44BD01ED-1686-0A65-A40C-7CC2CBAB6518}"/>
              </a:ext>
            </a:extLst>
          </p:cNvPr>
          <p:cNvSpPr>
            <a:spLocks noGrp="1"/>
          </p:cNvSpPr>
          <p:nvPr>
            <p:ph type="title"/>
          </p:nvPr>
        </p:nvSpPr>
        <p:spPr>
          <a:xfrm>
            <a:off x="1371597" y="348865"/>
            <a:ext cx="10044023" cy="877729"/>
          </a:xfrm>
        </p:spPr>
        <p:txBody>
          <a:bodyPr anchor="ctr">
            <a:normAutofit/>
          </a:bodyPr>
          <a:lstStyle/>
          <a:p>
            <a:r>
              <a:rPr kumimoji="1" lang="en-US" altLang="ja-JP" sz="4000">
                <a:solidFill>
                  <a:srgbClr val="FFFFFF"/>
                </a:solidFill>
              </a:rPr>
              <a:t>1.</a:t>
            </a:r>
            <a:r>
              <a:rPr lang="ja-JP" altLang="en-US" sz="4000">
                <a:solidFill>
                  <a:srgbClr val="FFFFFF"/>
                </a:solidFill>
              </a:rPr>
              <a:t>興味ある論文・書籍について</a:t>
            </a:r>
            <a:endParaRPr kumimoji="1" lang="ja-JP" altLang="en-US" sz="4000">
              <a:solidFill>
                <a:srgbClr val="FFFFFF"/>
              </a:solidFill>
            </a:endParaRPr>
          </a:p>
        </p:txBody>
      </p:sp>
      <p:graphicFrame>
        <p:nvGraphicFramePr>
          <p:cNvPr id="5" name="コンテンツ プレースホルダー 2">
            <a:extLst>
              <a:ext uri="{FF2B5EF4-FFF2-40B4-BE49-F238E27FC236}">
                <a16:creationId xmlns:a16="http://schemas.microsoft.com/office/drawing/2014/main" id="{C8A89AF3-0415-DDF1-140D-B9C9304899E6}"/>
              </a:ext>
            </a:extLst>
          </p:cNvPr>
          <p:cNvGraphicFramePr>
            <a:graphicFrameLocks noGrp="1"/>
          </p:cNvGraphicFramePr>
          <p:nvPr>
            <p:ph idx="1"/>
            <p:extLst>
              <p:ext uri="{D42A27DB-BD31-4B8C-83A1-F6EECF244321}">
                <p14:modId xmlns:p14="http://schemas.microsoft.com/office/powerpoint/2010/main" val="530543383"/>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99293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D4602583-0850-A844-36B3-6201DF2A202E}"/>
              </a:ext>
            </a:extLst>
          </p:cNvPr>
          <p:cNvSpPr>
            <a:spLocks noGrp="1"/>
          </p:cNvSpPr>
          <p:nvPr>
            <p:ph type="title"/>
          </p:nvPr>
        </p:nvSpPr>
        <p:spPr>
          <a:xfrm>
            <a:off x="1371597" y="348865"/>
            <a:ext cx="10044023" cy="877729"/>
          </a:xfrm>
        </p:spPr>
        <p:txBody>
          <a:bodyPr anchor="ctr">
            <a:normAutofit/>
          </a:bodyPr>
          <a:lstStyle/>
          <a:p>
            <a:r>
              <a:rPr kumimoji="1" lang="ja-JP" altLang="en-US" sz="4000">
                <a:solidFill>
                  <a:srgbClr val="FFFFFF"/>
                </a:solidFill>
              </a:rPr>
              <a:t>深層学習について</a:t>
            </a:r>
          </a:p>
        </p:txBody>
      </p:sp>
      <p:graphicFrame>
        <p:nvGraphicFramePr>
          <p:cNvPr id="5" name="コンテンツ プレースホルダー 2">
            <a:extLst>
              <a:ext uri="{FF2B5EF4-FFF2-40B4-BE49-F238E27FC236}">
                <a16:creationId xmlns:a16="http://schemas.microsoft.com/office/drawing/2014/main" id="{8AF07BDB-509F-9565-442D-5CBBF628C519}"/>
              </a:ext>
            </a:extLst>
          </p:cNvPr>
          <p:cNvGraphicFramePr>
            <a:graphicFrameLocks noGrp="1"/>
          </p:cNvGraphicFramePr>
          <p:nvPr>
            <p:ph idx="1"/>
            <p:extLst>
              <p:ext uri="{D42A27DB-BD31-4B8C-83A1-F6EECF244321}">
                <p14:modId xmlns:p14="http://schemas.microsoft.com/office/powerpoint/2010/main" val="411932421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67131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6FE08D61-E7A7-68B5-EA67-AAF0BBE196C2}"/>
              </a:ext>
            </a:extLst>
          </p:cNvPr>
          <p:cNvSpPr>
            <a:spLocks noGrp="1"/>
          </p:cNvSpPr>
          <p:nvPr>
            <p:ph type="title"/>
          </p:nvPr>
        </p:nvSpPr>
        <p:spPr>
          <a:xfrm>
            <a:off x="1383564" y="348865"/>
            <a:ext cx="9718111" cy="1576446"/>
          </a:xfrm>
        </p:spPr>
        <p:txBody>
          <a:bodyPr anchor="ctr">
            <a:normAutofit/>
          </a:bodyPr>
          <a:lstStyle/>
          <a:p>
            <a:r>
              <a:rPr kumimoji="1" lang="en-US" altLang="ja-JP" sz="4000">
                <a:solidFill>
                  <a:srgbClr val="FFFFFF"/>
                </a:solidFill>
              </a:rPr>
              <a:t>2.</a:t>
            </a:r>
            <a:r>
              <a:rPr lang="ja-JP" altLang="en-US" sz="4000">
                <a:solidFill>
                  <a:srgbClr val="FFFFFF"/>
                </a:solidFill>
              </a:rPr>
              <a:t>なぜその論文に興味を持ったか</a:t>
            </a:r>
            <a:endParaRPr kumimoji="1" lang="ja-JP" altLang="en-US" sz="4000">
              <a:solidFill>
                <a:srgbClr val="FFFFFF"/>
              </a:solidFill>
            </a:endParaRPr>
          </a:p>
        </p:txBody>
      </p:sp>
      <p:graphicFrame>
        <p:nvGraphicFramePr>
          <p:cNvPr id="5" name="コンテンツ プレースホルダー 2">
            <a:extLst>
              <a:ext uri="{FF2B5EF4-FFF2-40B4-BE49-F238E27FC236}">
                <a16:creationId xmlns:a16="http://schemas.microsoft.com/office/drawing/2014/main" id="{E95317C2-9552-A5E8-E9C3-5143C155E44C}"/>
              </a:ext>
            </a:extLst>
          </p:cNvPr>
          <p:cNvGraphicFramePr>
            <a:graphicFrameLocks noGrp="1"/>
          </p:cNvGraphicFramePr>
          <p:nvPr>
            <p:ph idx="1"/>
            <p:extLst>
              <p:ext uri="{D42A27DB-BD31-4B8C-83A1-F6EECF244321}">
                <p14:modId xmlns:p14="http://schemas.microsoft.com/office/powerpoint/2010/main" val="1636674292"/>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74157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タイトル 1">
            <a:extLst>
              <a:ext uri="{FF2B5EF4-FFF2-40B4-BE49-F238E27FC236}">
                <a16:creationId xmlns:a16="http://schemas.microsoft.com/office/drawing/2014/main" id="{9D9CA61D-3A58-81E7-3B46-5765242588D7}"/>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kumimoji="1" lang="en-US" altLang="ja-JP" sz="4800" kern="1200">
                <a:solidFill>
                  <a:srgbClr val="FFFFFF"/>
                </a:solidFill>
                <a:latin typeface="+mj-lt"/>
                <a:ea typeface="+mj-ea"/>
                <a:cs typeface="+mj-cs"/>
              </a:rPr>
              <a:t>3.</a:t>
            </a:r>
            <a:r>
              <a:rPr lang="ja-JP" altLang="en-US" sz="4800" kern="1200">
                <a:solidFill>
                  <a:srgbClr val="FFFFFF"/>
                </a:solidFill>
                <a:latin typeface="+mj-lt"/>
                <a:ea typeface="+mj-ea"/>
                <a:cs typeface="+mj-cs"/>
              </a:rPr>
              <a:t>卒業論文に向けての展望</a:t>
            </a:r>
            <a:endParaRPr kumimoji="1" lang="en-US" altLang="ja-JP" sz="4800" kern="1200">
              <a:solidFill>
                <a:srgbClr val="FFFFFF"/>
              </a:solidFill>
              <a:latin typeface="+mj-lt"/>
              <a:ea typeface="+mj-ea"/>
              <a:cs typeface="+mj-cs"/>
            </a:endParaRPr>
          </a:p>
        </p:txBody>
      </p:sp>
      <p:sp>
        <p:nvSpPr>
          <p:cNvPr id="3" name="コンテンツ プレースホルダー 2">
            <a:extLst>
              <a:ext uri="{FF2B5EF4-FFF2-40B4-BE49-F238E27FC236}">
                <a16:creationId xmlns:a16="http://schemas.microsoft.com/office/drawing/2014/main" id="{9E7A2D2B-0866-21FF-9334-62BD217DC40D}"/>
              </a:ext>
            </a:extLst>
          </p:cNvPr>
          <p:cNvSpPr>
            <a:spLocks noGrp="1"/>
          </p:cNvSpPr>
          <p:nvPr>
            <p:ph idx="1"/>
          </p:nvPr>
        </p:nvSpPr>
        <p:spPr>
          <a:xfrm>
            <a:off x="1350682" y="4870824"/>
            <a:ext cx="10005951" cy="1458258"/>
          </a:xfrm>
        </p:spPr>
        <p:txBody>
          <a:bodyPr vert="horz" lIns="91440" tIns="45720" rIns="91440" bIns="45720" rtlCol="0" anchor="ctr">
            <a:normAutofit/>
          </a:bodyPr>
          <a:lstStyle/>
          <a:p>
            <a:pPr marL="0" indent="0">
              <a:buNone/>
            </a:pPr>
            <a:r>
              <a:rPr lang="ja-JP" altLang="en-US" sz="2400" kern="1200">
                <a:solidFill>
                  <a:schemeClr val="tx1"/>
                </a:solidFill>
                <a:latin typeface="+mn-lt"/>
                <a:ea typeface="+mn-ea"/>
                <a:cs typeface="+mn-cs"/>
              </a:rPr>
              <a:t>自分の中では筋力トレーニングをテーマとしてソフトウェアと紐付けして進めて行けるようにいろんな筋トレの視点の論文を多く読み自分の最適解の論文を書いていきたい</a:t>
            </a:r>
            <a:endParaRPr kumimoji="1" lang="en-US" altLang="ja-JP" sz="2400" kern="1200">
              <a:solidFill>
                <a:schemeClr val="tx1"/>
              </a:solidFill>
              <a:latin typeface="+mn-lt"/>
              <a:ea typeface="+mn-ea"/>
              <a:cs typeface="+mn-cs"/>
            </a:endParaRPr>
          </a:p>
        </p:txBody>
      </p:sp>
    </p:spTree>
    <p:extLst>
      <p:ext uri="{BB962C8B-B14F-4D97-AF65-F5344CB8AC3E}">
        <p14:creationId xmlns:p14="http://schemas.microsoft.com/office/powerpoint/2010/main" val="2059990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63BC1DD-665C-6531-4E4F-2E31ED13B3E2}"/>
              </a:ext>
            </a:extLst>
          </p:cNvPr>
          <p:cNvSpPr>
            <a:spLocks noGrp="1"/>
          </p:cNvSpPr>
          <p:nvPr>
            <p:ph type="title"/>
          </p:nvPr>
        </p:nvSpPr>
        <p:spPr>
          <a:xfrm>
            <a:off x="1371599" y="294538"/>
            <a:ext cx="9895951" cy="1033669"/>
          </a:xfrm>
        </p:spPr>
        <p:txBody>
          <a:bodyPr>
            <a:normAutofit/>
          </a:bodyPr>
          <a:lstStyle/>
          <a:p>
            <a:r>
              <a:rPr kumimoji="1" lang="ja-JP" altLang="en-US" sz="4000">
                <a:solidFill>
                  <a:srgbClr val="FFFFFF"/>
                </a:solidFill>
              </a:rPr>
              <a:t>参考文献</a:t>
            </a:r>
          </a:p>
        </p:txBody>
      </p:sp>
      <p:sp>
        <p:nvSpPr>
          <p:cNvPr id="3" name="コンテンツ プレースホルダー 2">
            <a:extLst>
              <a:ext uri="{FF2B5EF4-FFF2-40B4-BE49-F238E27FC236}">
                <a16:creationId xmlns:a16="http://schemas.microsoft.com/office/drawing/2014/main" id="{DC4321C8-8371-E9F8-A504-7E810B11A875}"/>
              </a:ext>
            </a:extLst>
          </p:cNvPr>
          <p:cNvSpPr>
            <a:spLocks noGrp="1"/>
          </p:cNvSpPr>
          <p:nvPr>
            <p:ph idx="1"/>
          </p:nvPr>
        </p:nvSpPr>
        <p:spPr>
          <a:xfrm>
            <a:off x="1371599" y="2318197"/>
            <a:ext cx="9724031" cy="3683358"/>
          </a:xfrm>
        </p:spPr>
        <p:txBody>
          <a:bodyPr anchor="ctr">
            <a:normAutofit/>
          </a:bodyPr>
          <a:lstStyle/>
          <a:p>
            <a:r>
              <a:rPr lang="en-US" altLang="ja-JP" sz="2000" b="1"/>
              <a:t>【</a:t>
            </a:r>
            <a:r>
              <a:rPr lang="ja-JP" altLang="en-US" sz="2000" b="1"/>
              <a:t>モーションキャプチャー</a:t>
            </a:r>
            <a:r>
              <a:rPr lang="en-US" altLang="ja-JP" sz="2000" b="1"/>
              <a:t>】Kinect</a:t>
            </a:r>
            <a:r>
              <a:rPr lang="ja-JP" altLang="en-US" sz="2000" b="1"/>
              <a:t>と</a:t>
            </a:r>
            <a:r>
              <a:rPr lang="en-US" altLang="ja-JP" sz="2000" b="1"/>
              <a:t>Unity</a:t>
            </a:r>
            <a:r>
              <a:rPr lang="ja-JP" altLang="en-US" sz="2000" b="1"/>
              <a:t>によるモーションキャプチャーアプリ開発～</a:t>
            </a:r>
            <a:r>
              <a:rPr lang="en-US" altLang="ja-JP" sz="2000" b="1"/>
              <a:t>#1 </a:t>
            </a:r>
            <a:r>
              <a:rPr lang="ja-JP" altLang="en-US" sz="2000" b="1"/>
              <a:t>概要編～</a:t>
            </a:r>
            <a:r>
              <a:rPr lang="en-US" altLang="ja-JP" sz="2000" b="1"/>
              <a:t>,</a:t>
            </a:r>
            <a:r>
              <a:rPr lang="ja-JP" altLang="en-US" sz="2000"/>
              <a:t> </a:t>
            </a:r>
            <a:r>
              <a:rPr lang="en-US" altLang="ja-JP" sz="2000"/>
              <a:t>https://takka-note.com/motioncapture1/,2021</a:t>
            </a:r>
          </a:p>
          <a:p>
            <a:endParaRPr lang="en-US" altLang="ja-JP" sz="2000"/>
          </a:p>
          <a:p>
            <a:r>
              <a:rPr lang="en-US" altLang="ja-JP" sz="2000" b="1"/>
              <a:t>HoloLens</a:t>
            </a:r>
            <a:r>
              <a:rPr lang="ja-JP" altLang="en-US" sz="2000" b="1"/>
              <a:t>の主な特徴と機能：ホログラム表示や空間認識技術の解説</a:t>
            </a:r>
            <a:r>
              <a:rPr lang="en-US" altLang="ja-JP" sz="2000" b="1"/>
              <a:t>,</a:t>
            </a:r>
            <a:r>
              <a:rPr lang="en-US" altLang="ja-JP" sz="2000"/>
              <a:t> https://www.issoh.co.jp/tech/details/7763/,2025-7.17</a:t>
            </a:r>
            <a:endParaRPr lang="ja-JP" altLang="en-US" sz="2000" b="1"/>
          </a:p>
          <a:p>
            <a:r>
              <a:rPr lang="ja-JP" altLang="en-US" sz="2000" b="1"/>
              <a:t>ディープラーニングとは？初心者でもわかる基礎知識と活用法</a:t>
            </a:r>
            <a:r>
              <a:rPr lang="en-US" altLang="ja-JP" sz="2000" b="1"/>
              <a:t>,https://</a:t>
            </a:r>
            <a:r>
              <a:rPr lang="pt-BR" altLang="ja-JP" sz="2000" b="1"/>
              <a:t> note.com/re_birth_ai/n/nacfae3e2820b,2025-3.20</a:t>
            </a:r>
            <a:endParaRPr lang="ja-JP" altLang="en-US" sz="2000" b="1"/>
          </a:p>
        </p:txBody>
      </p:sp>
    </p:spTree>
    <p:extLst>
      <p:ext uri="{BB962C8B-B14F-4D97-AF65-F5344CB8AC3E}">
        <p14:creationId xmlns:p14="http://schemas.microsoft.com/office/powerpoint/2010/main" val="3925746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タイトル 1">
            <a:extLst>
              <a:ext uri="{FF2B5EF4-FFF2-40B4-BE49-F238E27FC236}">
                <a16:creationId xmlns:a16="http://schemas.microsoft.com/office/drawing/2014/main" id="{CFC6B3A9-CD76-D539-27D2-22AEB7BC4D5F}"/>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kumimoji="1" lang="ja-JP" altLang="en-US" sz="4800" kern="1200">
                <a:solidFill>
                  <a:srgbClr val="FFFFFF"/>
                </a:solidFill>
                <a:latin typeface="+mj-lt"/>
                <a:ea typeface="+mj-ea"/>
                <a:cs typeface="+mj-cs"/>
              </a:rPr>
              <a:t>ご清聴ありがとうございました</a:t>
            </a:r>
          </a:p>
        </p:txBody>
      </p:sp>
    </p:spTree>
    <p:extLst>
      <p:ext uri="{BB962C8B-B14F-4D97-AF65-F5344CB8AC3E}">
        <p14:creationId xmlns:p14="http://schemas.microsoft.com/office/powerpoint/2010/main" val="2814770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75</TotalTime>
  <Words>691</Words>
  <Application>Microsoft Office PowerPoint</Application>
  <PresentationFormat>ワイド画面</PresentationFormat>
  <Paragraphs>26</Paragraphs>
  <Slides>9</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9</vt:i4>
      </vt:variant>
    </vt:vector>
  </HeadingPairs>
  <TitlesOfParts>
    <vt:vector size="13" baseType="lpstr">
      <vt:lpstr>游ゴシック</vt:lpstr>
      <vt:lpstr>游ゴシック Light</vt:lpstr>
      <vt:lpstr>Arial</vt:lpstr>
      <vt:lpstr>Office テーマ</vt:lpstr>
      <vt:lpstr>宮澤研究室</vt:lpstr>
      <vt:lpstr>1.興味ある論文・書籍について</vt:lpstr>
      <vt:lpstr>モーションキャプチャー(kinect)と透過型HMD(holoLens)について</vt:lpstr>
      <vt:lpstr>1.興味ある論文・書籍について</vt:lpstr>
      <vt:lpstr>深層学習について</vt:lpstr>
      <vt:lpstr>2.なぜその論文に興味を持ったか</vt:lpstr>
      <vt:lpstr>3.卒業論文に向けての展望</vt:lpstr>
      <vt:lpstr>参考文献</vt:lpstr>
      <vt:lpstr>ご清聴ありがとうございました</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23ts030</dc:creator>
  <cp:lastModifiedBy>23ts030</cp:lastModifiedBy>
  <cp:revision>6</cp:revision>
  <dcterms:created xsi:type="dcterms:W3CDTF">2025-12-12T08:04:26Z</dcterms:created>
  <dcterms:modified xsi:type="dcterms:W3CDTF">2025-12-13T13:28:12Z</dcterms:modified>
</cp:coreProperties>
</file>