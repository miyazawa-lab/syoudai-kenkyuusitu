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1" autoAdjust="0"/>
    <p:restoredTop sz="94660"/>
  </p:normalViewPr>
  <p:slideViewPr>
    <p:cSldViewPr snapToGrid="0">
      <p:cViewPr varScale="1">
        <p:scale>
          <a:sx n="56" d="100"/>
          <a:sy n="56" d="100"/>
        </p:scale>
        <p:origin x="4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1CF477-332E-47AB-9CC7-F10D77BEE7C8}"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08AF4447-2679-4193-968D-AC9CD900ADB4}">
      <dgm:prSet/>
      <dgm:spPr/>
      <dgm:t>
        <a:bodyPr/>
        <a:lstStyle/>
        <a:p>
          <a:r>
            <a:rPr lang="en-US"/>
            <a:t>Google</a:t>
          </a:r>
          <a:r>
            <a:rPr lang="ja-JP"/>
            <a:t>が開発し、現在は</a:t>
          </a:r>
          <a:r>
            <a:rPr lang="en-US"/>
            <a:t>CNCF</a:t>
          </a:r>
          <a:r>
            <a:rPr lang="ja-JP"/>
            <a:t> によって運営されているコンテナオーケストレーションツール。</a:t>
          </a:r>
          <a:endParaRPr lang="en-US"/>
        </a:p>
      </dgm:t>
    </dgm:pt>
    <dgm:pt modelId="{FE110CB4-A168-41E6-8A8A-8AB39ECE28F5}" type="parTrans" cxnId="{378F5624-1D1C-49FC-A91A-05A5CDA66E13}">
      <dgm:prSet/>
      <dgm:spPr/>
      <dgm:t>
        <a:bodyPr/>
        <a:lstStyle/>
        <a:p>
          <a:endParaRPr lang="en-US"/>
        </a:p>
      </dgm:t>
    </dgm:pt>
    <dgm:pt modelId="{828158AC-3D86-4ED4-B021-369649D60FD5}" type="sibTrans" cxnId="{378F5624-1D1C-49FC-A91A-05A5CDA66E13}">
      <dgm:prSet/>
      <dgm:spPr/>
      <dgm:t>
        <a:bodyPr/>
        <a:lstStyle/>
        <a:p>
          <a:endParaRPr lang="en-US"/>
        </a:p>
      </dgm:t>
    </dgm:pt>
    <dgm:pt modelId="{BAC6575E-210F-476C-866C-D0D90B1C6F3A}">
      <dgm:prSet/>
      <dgm:spPr/>
      <dgm:t>
        <a:bodyPr/>
        <a:lstStyle/>
        <a:p>
          <a:r>
            <a:rPr lang="ja-JP"/>
            <a:t>コンテナオーケストレーションツール：多くのコンテナを自動で管理・運用するシステム</a:t>
          </a:r>
          <a:endParaRPr lang="en-US"/>
        </a:p>
      </dgm:t>
    </dgm:pt>
    <dgm:pt modelId="{6C0D86CC-07E3-4CAF-B6AA-F9782F774ABD}" type="parTrans" cxnId="{4505F392-EFE2-4D9A-BAE9-3174205B1AAE}">
      <dgm:prSet/>
      <dgm:spPr/>
      <dgm:t>
        <a:bodyPr/>
        <a:lstStyle/>
        <a:p>
          <a:endParaRPr lang="en-US"/>
        </a:p>
      </dgm:t>
    </dgm:pt>
    <dgm:pt modelId="{08AC0C92-050E-4B18-80F1-D6490730FFE7}" type="sibTrans" cxnId="{4505F392-EFE2-4D9A-BAE9-3174205B1AAE}">
      <dgm:prSet/>
      <dgm:spPr/>
      <dgm:t>
        <a:bodyPr/>
        <a:lstStyle/>
        <a:p>
          <a:endParaRPr lang="en-US"/>
        </a:p>
      </dgm:t>
    </dgm:pt>
    <dgm:pt modelId="{E300BB79-EBB5-4397-B00C-8AF26EF3D630}" type="pres">
      <dgm:prSet presAssocID="{351CF477-332E-47AB-9CC7-F10D77BEE7C8}" presName="hierChild1" presStyleCnt="0">
        <dgm:presLayoutVars>
          <dgm:chPref val="1"/>
          <dgm:dir/>
          <dgm:animOne val="branch"/>
          <dgm:animLvl val="lvl"/>
          <dgm:resizeHandles/>
        </dgm:presLayoutVars>
      </dgm:prSet>
      <dgm:spPr/>
    </dgm:pt>
    <dgm:pt modelId="{B0BFE48E-AC4C-4C3C-B717-8E7897F808E3}" type="pres">
      <dgm:prSet presAssocID="{08AF4447-2679-4193-968D-AC9CD900ADB4}" presName="hierRoot1" presStyleCnt="0"/>
      <dgm:spPr/>
    </dgm:pt>
    <dgm:pt modelId="{C630E938-2F47-4A3B-8FA8-46AEA39E6BEF}" type="pres">
      <dgm:prSet presAssocID="{08AF4447-2679-4193-968D-AC9CD900ADB4}" presName="composite" presStyleCnt="0"/>
      <dgm:spPr/>
    </dgm:pt>
    <dgm:pt modelId="{6C213A2F-BCDC-4471-A1BE-4E412DE1EFE7}" type="pres">
      <dgm:prSet presAssocID="{08AF4447-2679-4193-968D-AC9CD900ADB4}" presName="background" presStyleLbl="node0" presStyleIdx="0" presStyleCnt="2"/>
      <dgm:spPr/>
    </dgm:pt>
    <dgm:pt modelId="{6EC729A2-0353-4103-8437-29FE72885249}" type="pres">
      <dgm:prSet presAssocID="{08AF4447-2679-4193-968D-AC9CD900ADB4}" presName="text" presStyleLbl="fgAcc0" presStyleIdx="0" presStyleCnt="2">
        <dgm:presLayoutVars>
          <dgm:chPref val="3"/>
        </dgm:presLayoutVars>
      </dgm:prSet>
      <dgm:spPr/>
    </dgm:pt>
    <dgm:pt modelId="{0D017627-78C3-4BD9-9137-D9C8A0985F40}" type="pres">
      <dgm:prSet presAssocID="{08AF4447-2679-4193-968D-AC9CD900ADB4}" presName="hierChild2" presStyleCnt="0"/>
      <dgm:spPr/>
    </dgm:pt>
    <dgm:pt modelId="{FC1EE804-EF3C-4B5B-9A9B-593605702133}" type="pres">
      <dgm:prSet presAssocID="{BAC6575E-210F-476C-866C-D0D90B1C6F3A}" presName="hierRoot1" presStyleCnt="0"/>
      <dgm:spPr/>
    </dgm:pt>
    <dgm:pt modelId="{518CA11B-3EAF-494A-9283-CD49E3CDF8D2}" type="pres">
      <dgm:prSet presAssocID="{BAC6575E-210F-476C-866C-D0D90B1C6F3A}" presName="composite" presStyleCnt="0"/>
      <dgm:spPr/>
    </dgm:pt>
    <dgm:pt modelId="{97400274-96FA-49DB-8C5D-3928F365D3B0}" type="pres">
      <dgm:prSet presAssocID="{BAC6575E-210F-476C-866C-D0D90B1C6F3A}" presName="background" presStyleLbl="node0" presStyleIdx="1" presStyleCnt="2"/>
      <dgm:spPr/>
    </dgm:pt>
    <dgm:pt modelId="{9A13C262-B90C-488D-B7C5-67452BC1633B}" type="pres">
      <dgm:prSet presAssocID="{BAC6575E-210F-476C-866C-D0D90B1C6F3A}" presName="text" presStyleLbl="fgAcc0" presStyleIdx="1" presStyleCnt="2">
        <dgm:presLayoutVars>
          <dgm:chPref val="3"/>
        </dgm:presLayoutVars>
      </dgm:prSet>
      <dgm:spPr/>
    </dgm:pt>
    <dgm:pt modelId="{222BF09E-AB23-456B-A6B2-6203B6EAF47B}" type="pres">
      <dgm:prSet presAssocID="{BAC6575E-210F-476C-866C-D0D90B1C6F3A}" presName="hierChild2" presStyleCnt="0"/>
      <dgm:spPr/>
    </dgm:pt>
  </dgm:ptLst>
  <dgm:cxnLst>
    <dgm:cxn modelId="{45246D12-63DC-433A-AF17-C07104EFE3C0}" type="presOf" srcId="{08AF4447-2679-4193-968D-AC9CD900ADB4}" destId="{6EC729A2-0353-4103-8437-29FE72885249}" srcOrd="0" destOrd="0" presId="urn:microsoft.com/office/officeart/2005/8/layout/hierarchy1"/>
    <dgm:cxn modelId="{964E8621-B7C2-4E6A-B86C-1C66A05B75C5}" type="presOf" srcId="{351CF477-332E-47AB-9CC7-F10D77BEE7C8}" destId="{E300BB79-EBB5-4397-B00C-8AF26EF3D630}" srcOrd="0" destOrd="0" presId="urn:microsoft.com/office/officeart/2005/8/layout/hierarchy1"/>
    <dgm:cxn modelId="{378F5624-1D1C-49FC-A91A-05A5CDA66E13}" srcId="{351CF477-332E-47AB-9CC7-F10D77BEE7C8}" destId="{08AF4447-2679-4193-968D-AC9CD900ADB4}" srcOrd="0" destOrd="0" parTransId="{FE110CB4-A168-41E6-8A8A-8AB39ECE28F5}" sibTransId="{828158AC-3D86-4ED4-B021-369649D60FD5}"/>
    <dgm:cxn modelId="{9F943C6A-F160-45A4-A673-B0118DE47EF1}" type="presOf" srcId="{BAC6575E-210F-476C-866C-D0D90B1C6F3A}" destId="{9A13C262-B90C-488D-B7C5-67452BC1633B}" srcOrd="0" destOrd="0" presId="urn:microsoft.com/office/officeart/2005/8/layout/hierarchy1"/>
    <dgm:cxn modelId="{4505F392-EFE2-4D9A-BAE9-3174205B1AAE}" srcId="{351CF477-332E-47AB-9CC7-F10D77BEE7C8}" destId="{BAC6575E-210F-476C-866C-D0D90B1C6F3A}" srcOrd="1" destOrd="0" parTransId="{6C0D86CC-07E3-4CAF-B6AA-F9782F774ABD}" sibTransId="{08AC0C92-050E-4B18-80F1-D6490730FFE7}"/>
    <dgm:cxn modelId="{4CB587BF-693E-41BC-BD1C-8C0A65841372}" type="presParOf" srcId="{E300BB79-EBB5-4397-B00C-8AF26EF3D630}" destId="{B0BFE48E-AC4C-4C3C-B717-8E7897F808E3}" srcOrd="0" destOrd="0" presId="urn:microsoft.com/office/officeart/2005/8/layout/hierarchy1"/>
    <dgm:cxn modelId="{8D819F53-793C-4CBA-ABAE-6E67E1119C81}" type="presParOf" srcId="{B0BFE48E-AC4C-4C3C-B717-8E7897F808E3}" destId="{C630E938-2F47-4A3B-8FA8-46AEA39E6BEF}" srcOrd="0" destOrd="0" presId="urn:microsoft.com/office/officeart/2005/8/layout/hierarchy1"/>
    <dgm:cxn modelId="{2FA7D13A-3468-4E2F-A1C4-02B220504CB3}" type="presParOf" srcId="{C630E938-2F47-4A3B-8FA8-46AEA39E6BEF}" destId="{6C213A2F-BCDC-4471-A1BE-4E412DE1EFE7}" srcOrd="0" destOrd="0" presId="urn:microsoft.com/office/officeart/2005/8/layout/hierarchy1"/>
    <dgm:cxn modelId="{18002392-1BA4-4880-90D7-C23848A0BA47}" type="presParOf" srcId="{C630E938-2F47-4A3B-8FA8-46AEA39E6BEF}" destId="{6EC729A2-0353-4103-8437-29FE72885249}" srcOrd="1" destOrd="0" presId="urn:microsoft.com/office/officeart/2005/8/layout/hierarchy1"/>
    <dgm:cxn modelId="{19B46DD5-D0AC-40EE-BA02-D0B9656DA05C}" type="presParOf" srcId="{B0BFE48E-AC4C-4C3C-B717-8E7897F808E3}" destId="{0D017627-78C3-4BD9-9137-D9C8A0985F40}" srcOrd="1" destOrd="0" presId="urn:microsoft.com/office/officeart/2005/8/layout/hierarchy1"/>
    <dgm:cxn modelId="{BC7BF442-4B4B-4358-ACA4-1231C8689D85}" type="presParOf" srcId="{E300BB79-EBB5-4397-B00C-8AF26EF3D630}" destId="{FC1EE804-EF3C-4B5B-9A9B-593605702133}" srcOrd="1" destOrd="0" presId="urn:microsoft.com/office/officeart/2005/8/layout/hierarchy1"/>
    <dgm:cxn modelId="{94273CEB-C835-414D-B967-F865664A41C0}" type="presParOf" srcId="{FC1EE804-EF3C-4B5B-9A9B-593605702133}" destId="{518CA11B-3EAF-494A-9283-CD49E3CDF8D2}" srcOrd="0" destOrd="0" presId="urn:microsoft.com/office/officeart/2005/8/layout/hierarchy1"/>
    <dgm:cxn modelId="{D77C5115-1495-4076-AF00-78ADAF689CAD}" type="presParOf" srcId="{518CA11B-3EAF-494A-9283-CD49E3CDF8D2}" destId="{97400274-96FA-49DB-8C5D-3928F365D3B0}" srcOrd="0" destOrd="0" presId="urn:microsoft.com/office/officeart/2005/8/layout/hierarchy1"/>
    <dgm:cxn modelId="{B513D66E-3D1C-4EA3-AF89-28B652FF9B3E}" type="presParOf" srcId="{518CA11B-3EAF-494A-9283-CD49E3CDF8D2}" destId="{9A13C262-B90C-488D-B7C5-67452BC1633B}" srcOrd="1" destOrd="0" presId="urn:microsoft.com/office/officeart/2005/8/layout/hierarchy1"/>
    <dgm:cxn modelId="{FE584F39-17FA-42F6-A0C2-379D1441100D}" type="presParOf" srcId="{FC1EE804-EF3C-4B5B-9A9B-593605702133}" destId="{222BF09E-AB23-456B-A6B2-6203B6EAF47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B227911-0AE4-41AE-8BAD-16B934283F15}"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640E972B-8691-46AE-879D-D0BCC879E4FD}">
      <dgm:prSet/>
      <dgm:spPr/>
      <dgm:t>
        <a:bodyPr/>
        <a:lstStyle/>
        <a:p>
          <a:r>
            <a:rPr lang="ja-JP"/>
            <a:t>コンテナの数が増えて手動管理が難しい</a:t>
          </a:r>
          <a:r>
            <a:rPr lang="en-US"/>
            <a:t>(</a:t>
          </a:r>
          <a:r>
            <a:rPr lang="ja-JP"/>
            <a:t>自動で配置・管理する</a:t>
          </a:r>
          <a:r>
            <a:rPr lang="en-US"/>
            <a:t>)</a:t>
          </a:r>
        </a:p>
      </dgm:t>
    </dgm:pt>
    <dgm:pt modelId="{FD2C2FA0-774E-4EA4-8F68-465065EB4B52}" type="parTrans" cxnId="{51B8BC1B-8D3E-41EB-A0EC-72575E3E0704}">
      <dgm:prSet/>
      <dgm:spPr/>
      <dgm:t>
        <a:bodyPr/>
        <a:lstStyle/>
        <a:p>
          <a:endParaRPr lang="en-US"/>
        </a:p>
      </dgm:t>
    </dgm:pt>
    <dgm:pt modelId="{0EC82707-D3FF-48DB-A4E3-A69CBF636F7A}" type="sibTrans" cxnId="{51B8BC1B-8D3E-41EB-A0EC-72575E3E0704}">
      <dgm:prSet/>
      <dgm:spPr/>
      <dgm:t>
        <a:bodyPr/>
        <a:lstStyle/>
        <a:p>
          <a:endParaRPr lang="en-US"/>
        </a:p>
      </dgm:t>
    </dgm:pt>
    <dgm:pt modelId="{F7A1AF61-3816-473C-B4EC-3E4A17031D57}">
      <dgm:prSet/>
      <dgm:spPr/>
      <dgm:t>
        <a:bodyPr/>
        <a:lstStyle/>
        <a:p>
          <a:r>
            <a:rPr lang="ja-JP"/>
            <a:t>サーバが落ちたらコンテナも止まる</a:t>
          </a:r>
          <a:r>
            <a:rPr lang="en-US"/>
            <a:t>(</a:t>
          </a:r>
          <a:r>
            <a:rPr lang="ja-JP"/>
            <a:t>自動で再起動・再配置する</a:t>
          </a:r>
          <a:r>
            <a:rPr lang="en-US"/>
            <a:t>)</a:t>
          </a:r>
        </a:p>
      </dgm:t>
    </dgm:pt>
    <dgm:pt modelId="{3BB9BE46-2C38-4448-923A-3E1BDA53537E}" type="parTrans" cxnId="{6FBC1A12-5C6D-46FE-A37C-E254D1B7257F}">
      <dgm:prSet/>
      <dgm:spPr/>
      <dgm:t>
        <a:bodyPr/>
        <a:lstStyle/>
        <a:p>
          <a:endParaRPr lang="en-US"/>
        </a:p>
      </dgm:t>
    </dgm:pt>
    <dgm:pt modelId="{CA0CB756-68C4-4DF2-8D72-4FD611CE662B}" type="sibTrans" cxnId="{6FBC1A12-5C6D-46FE-A37C-E254D1B7257F}">
      <dgm:prSet/>
      <dgm:spPr/>
      <dgm:t>
        <a:bodyPr/>
        <a:lstStyle/>
        <a:p>
          <a:endParaRPr lang="en-US"/>
        </a:p>
      </dgm:t>
    </dgm:pt>
    <dgm:pt modelId="{9486DF23-417D-4847-9918-83E751732DD6}">
      <dgm:prSet/>
      <dgm:spPr/>
      <dgm:t>
        <a:bodyPr/>
        <a:lstStyle/>
        <a:p>
          <a:r>
            <a:rPr lang="ja-JP"/>
            <a:t>負荷が偏る</a:t>
          </a:r>
          <a:r>
            <a:rPr lang="en-US"/>
            <a:t>(</a:t>
          </a:r>
          <a:r>
            <a:rPr lang="ja-JP"/>
            <a:t>自動でロードバランシングする</a:t>
          </a:r>
          <a:r>
            <a:rPr lang="en-US"/>
            <a:t>)</a:t>
          </a:r>
        </a:p>
      </dgm:t>
    </dgm:pt>
    <dgm:pt modelId="{33ADE8AF-B992-4F64-984B-B0966CE1C041}" type="parTrans" cxnId="{33DB22DA-E79D-4687-AF4C-2C496A97CF26}">
      <dgm:prSet/>
      <dgm:spPr/>
      <dgm:t>
        <a:bodyPr/>
        <a:lstStyle/>
        <a:p>
          <a:endParaRPr lang="en-US"/>
        </a:p>
      </dgm:t>
    </dgm:pt>
    <dgm:pt modelId="{D2CCDAAC-2FD5-40A8-AA53-54826E11335C}" type="sibTrans" cxnId="{33DB22DA-E79D-4687-AF4C-2C496A97CF26}">
      <dgm:prSet/>
      <dgm:spPr/>
      <dgm:t>
        <a:bodyPr/>
        <a:lstStyle/>
        <a:p>
          <a:endParaRPr lang="en-US"/>
        </a:p>
      </dgm:t>
    </dgm:pt>
    <dgm:pt modelId="{67472CDB-1B75-4262-AA3A-A94D717B6A97}">
      <dgm:prSet/>
      <dgm:spPr/>
      <dgm:t>
        <a:bodyPr/>
        <a:lstStyle/>
        <a:p>
          <a:r>
            <a:rPr lang="ja-JP"/>
            <a:t>バージョンアップが難しい</a:t>
          </a:r>
          <a:r>
            <a:rPr lang="en-US"/>
            <a:t>(</a:t>
          </a:r>
          <a:r>
            <a:rPr lang="ja-JP"/>
            <a:t>ローリングアップデートで安全に更新</a:t>
          </a:r>
          <a:r>
            <a:rPr lang="en-US"/>
            <a:t>)</a:t>
          </a:r>
        </a:p>
      </dgm:t>
    </dgm:pt>
    <dgm:pt modelId="{D6685994-E1E2-4C7D-A0EA-29E916A82D71}" type="parTrans" cxnId="{C61F1DA7-6CBA-41D6-AB83-68184CE93CC0}">
      <dgm:prSet/>
      <dgm:spPr/>
      <dgm:t>
        <a:bodyPr/>
        <a:lstStyle/>
        <a:p>
          <a:endParaRPr lang="en-US"/>
        </a:p>
      </dgm:t>
    </dgm:pt>
    <dgm:pt modelId="{919B0C98-B69E-4130-8987-A42911D918B9}" type="sibTrans" cxnId="{C61F1DA7-6CBA-41D6-AB83-68184CE93CC0}">
      <dgm:prSet/>
      <dgm:spPr/>
      <dgm:t>
        <a:bodyPr/>
        <a:lstStyle/>
        <a:p>
          <a:endParaRPr lang="en-US"/>
        </a:p>
      </dgm:t>
    </dgm:pt>
    <dgm:pt modelId="{A21CBC44-0998-49B8-9FCD-D473ADDECB9D}" type="pres">
      <dgm:prSet presAssocID="{9B227911-0AE4-41AE-8BAD-16B934283F15}" presName="vert0" presStyleCnt="0">
        <dgm:presLayoutVars>
          <dgm:dir/>
          <dgm:animOne val="branch"/>
          <dgm:animLvl val="lvl"/>
        </dgm:presLayoutVars>
      </dgm:prSet>
      <dgm:spPr/>
    </dgm:pt>
    <dgm:pt modelId="{05C22F09-F5E0-461A-A63F-0434D7396808}" type="pres">
      <dgm:prSet presAssocID="{640E972B-8691-46AE-879D-D0BCC879E4FD}" presName="thickLine" presStyleLbl="alignNode1" presStyleIdx="0" presStyleCnt="4"/>
      <dgm:spPr/>
    </dgm:pt>
    <dgm:pt modelId="{2F26C5D5-C46C-4C13-8258-68991F3BDB60}" type="pres">
      <dgm:prSet presAssocID="{640E972B-8691-46AE-879D-D0BCC879E4FD}" presName="horz1" presStyleCnt="0"/>
      <dgm:spPr/>
    </dgm:pt>
    <dgm:pt modelId="{FEED07E2-D37A-456D-BC25-8814B2C602A1}" type="pres">
      <dgm:prSet presAssocID="{640E972B-8691-46AE-879D-D0BCC879E4FD}" presName="tx1" presStyleLbl="revTx" presStyleIdx="0" presStyleCnt="4"/>
      <dgm:spPr/>
    </dgm:pt>
    <dgm:pt modelId="{F45FEAB3-F4DB-4E5B-9A36-458E30D8459A}" type="pres">
      <dgm:prSet presAssocID="{640E972B-8691-46AE-879D-D0BCC879E4FD}" presName="vert1" presStyleCnt="0"/>
      <dgm:spPr/>
    </dgm:pt>
    <dgm:pt modelId="{2A319388-A9FF-4FFC-B6B5-2FDB5D2EED9F}" type="pres">
      <dgm:prSet presAssocID="{F7A1AF61-3816-473C-B4EC-3E4A17031D57}" presName="thickLine" presStyleLbl="alignNode1" presStyleIdx="1" presStyleCnt="4"/>
      <dgm:spPr/>
    </dgm:pt>
    <dgm:pt modelId="{7E12DC74-AC31-489B-8651-D735345A10E1}" type="pres">
      <dgm:prSet presAssocID="{F7A1AF61-3816-473C-B4EC-3E4A17031D57}" presName="horz1" presStyleCnt="0"/>
      <dgm:spPr/>
    </dgm:pt>
    <dgm:pt modelId="{71F97E76-23F0-4175-8423-A0EE06851B20}" type="pres">
      <dgm:prSet presAssocID="{F7A1AF61-3816-473C-B4EC-3E4A17031D57}" presName="tx1" presStyleLbl="revTx" presStyleIdx="1" presStyleCnt="4"/>
      <dgm:spPr/>
    </dgm:pt>
    <dgm:pt modelId="{DE65C417-542B-4AE7-90B8-B7F7C601C0C6}" type="pres">
      <dgm:prSet presAssocID="{F7A1AF61-3816-473C-B4EC-3E4A17031D57}" presName="vert1" presStyleCnt="0"/>
      <dgm:spPr/>
    </dgm:pt>
    <dgm:pt modelId="{5F08B131-E20A-4940-AE2D-D5B14C637C06}" type="pres">
      <dgm:prSet presAssocID="{9486DF23-417D-4847-9918-83E751732DD6}" presName="thickLine" presStyleLbl="alignNode1" presStyleIdx="2" presStyleCnt="4"/>
      <dgm:spPr/>
    </dgm:pt>
    <dgm:pt modelId="{5FBF32CC-DF02-46C2-86F1-DA71442A596B}" type="pres">
      <dgm:prSet presAssocID="{9486DF23-417D-4847-9918-83E751732DD6}" presName="horz1" presStyleCnt="0"/>
      <dgm:spPr/>
    </dgm:pt>
    <dgm:pt modelId="{7F7A7C8C-87DC-4BF6-A317-A4DD55AE57F3}" type="pres">
      <dgm:prSet presAssocID="{9486DF23-417D-4847-9918-83E751732DD6}" presName="tx1" presStyleLbl="revTx" presStyleIdx="2" presStyleCnt="4"/>
      <dgm:spPr/>
    </dgm:pt>
    <dgm:pt modelId="{0CCEB87A-1B2A-4D2D-9282-C9591B0CC0F5}" type="pres">
      <dgm:prSet presAssocID="{9486DF23-417D-4847-9918-83E751732DD6}" presName="vert1" presStyleCnt="0"/>
      <dgm:spPr/>
    </dgm:pt>
    <dgm:pt modelId="{6553736F-4B9E-4AED-8B3C-8C8F6663CDC7}" type="pres">
      <dgm:prSet presAssocID="{67472CDB-1B75-4262-AA3A-A94D717B6A97}" presName="thickLine" presStyleLbl="alignNode1" presStyleIdx="3" presStyleCnt="4"/>
      <dgm:spPr/>
    </dgm:pt>
    <dgm:pt modelId="{68C5B16F-DA5D-4EEF-843B-57347C8A0E87}" type="pres">
      <dgm:prSet presAssocID="{67472CDB-1B75-4262-AA3A-A94D717B6A97}" presName="horz1" presStyleCnt="0"/>
      <dgm:spPr/>
    </dgm:pt>
    <dgm:pt modelId="{643DA636-B1D9-41B7-9CDB-1A60A9D02FC9}" type="pres">
      <dgm:prSet presAssocID="{67472CDB-1B75-4262-AA3A-A94D717B6A97}" presName="tx1" presStyleLbl="revTx" presStyleIdx="3" presStyleCnt="4"/>
      <dgm:spPr/>
    </dgm:pt>
    <dgm:pt modelId="{9D29CF79-D3B0-4A57-85F0-1A897D86334F}" type="pres">
      <dgm:prSet presAssocID="{67472CDB-1B75-4262-AA3A-A94D717B6A97}" presName="vert1" presStyleCnt="0"/>
      <dgm:spPr/>
    </dgm:pt>
  </dgm:ptLst>
  <dgm:cxnLst>
    <dgm:cxn modelId="{71DAA709-A5F3-4B8D-975F-E562E9DF3CD1}" type="presOf" srcId="{9486DF23-417D-4847-9918-83E751732DD6}" destId="{7F7A7C8C-87DC-4BF6-A317-A4DD55AE57F3}" srcOrd="0" destOrd="0" presId="urn:microsoft.com/office/officeart/2008/layout/LinedList"/>
    <dgm:cxn modelId="{6FBC1A12-5C6D-46FE-A37C-E254D1B7257F}" srcId="{9B227911-0AE4-41AE-8BAD-16B934283F15}" destId="{F7A1AF61-3816-473C-B4EC-3E4A17031D57}" srcOrd="1" destOrd="0" parTransId="{3BB9BE46-2C38-4448-923A-3E1BDA53537E}" sibTransId="{CA0CB756-68C4-4DF2-8D72-4FD611CE662B}"/>
    <dgm:cxn modelId="{D6253D16-A69D-469C-A359-FDBA95DD27D5}" type="presOf" srcId="{67472CDB-1B75-4262-AA3A-A94D717B6A97}" destId="{643DA636-B1D9-41B7-9CDB-1A60A9D02FC9}" srcOrd="0" destOrd="0" presId="urn:microsoft.com/office/officeart/2008/layout/LinedList"/>
    <dgm:cxn modelId="{51B8BC1B-8D3E-41EB-A0EC-72575E3E0704}" srcId="{9B227911-0AE4-41AE-8BAD-16B934283F15}" destId="{640E972B-8691-46AE-879D-D0BCC879E4FD}" srcOrd="0" destOrd="0" parTransId="{FD2C2FA0-774E-4EA4-8F68-465065EB4B52}" sibTransId="{0EC82707-D3FF-48DB-A4E3-A69CBF636F7A}"/>
    <dgm:cxn modelId="{8784C946-F68B-4F74-9E09-8A9AA3936018}" type="presOf" srcId="{F7A1AF61-3816-473C-B4EC-3E4A17031D57}" destId="{71F97E76-23F0-4175-8423-A0EE06851B20}" srcOrd="0" destOrd="0" presId="urn:microsoft.com/office/officeart/2008/layout/LinedList"/>
    <dgm:cxn modelId="{A91BEE4E-0432-4C89-80F6-F0A34E554883}" type="presOf" srcId="{640E972B-8691-46AE-879D-D0BCC879E4FD}" destId="{FEED07E2-D37A-456D-BC25-8814B2C602A1}" srcOrd="0" destOrd="0" presId="urn:microsoft.com/office/officeart/2008/layout/LinedList"/>
    <dgm:cxn modelId="{C61F1DA7-6CBA-41D6-AB83-68184CE93CC0}" srcId="{9B227911-0AE4-41AE-8BAD-16B934283F15}" destId="{67472CDB-1B75-4262-AA3A-A94D717B6A97}" srcOrd="3" destOrd="0" parTransId="{D6685994-E1E2-4C7D-A0EA-29E916A82D71}" sibTransId="{919B0C98-B69E-4130-8987-A42911D918B9}"/>
    <dgm:cxn modelId="{33DB22DA-E79D-4687-AF4C-2C496A97CF26}" srcId="{9B227911-0AE4-41AE-8BAD-16B934283F15}" destId="{9486DF23-417D-4847-9918-83E751732DD6}" srcOrd="2" destOrd="0" parTransId="{33ADE8AF-B992-4F64-984B-B0966CE1C041}" sibTransId="{D2CCDAAC-2FD5-40A8-AA53-54826E11335C}"/>
    <dgm:cxn modelId="{F314D5EC-C587-4875-855D-9C7499E95366}" type="presOf" srcId="{9B227911-0AE4-41AE-8BAD-16B934283F15}" destId="{A21CBC44-0998-49B8-9FCD-D473ADDECB9D}" srcOrd="0" destOrd="0" presId="urn:microsoft.com/office/officeart/2008/layout/LinedList"/>
    <dgm:cxn modelId="{9B503176-1305-4247-84A3-65308E5C6E65}" type="presParOf" srcId="{A21CBC44-0998-49B8-9FCD-D473ADDECB9D}" destId="{05C22F09-F5E0-461A-A63F-0434D7396808}" srcOrd="0" destOrd="0" presId="urn:microsoft.com/office/officeart/2008/layout/LinedList"/>
    <dgm:cxn modelId="{2F843074-8AB2-4F1C-AA8E-9E9AEE270218}" type="presParOf" srcId="{A21CBC44-0998-49B8-9FCD-D473ADDECB9D}" destId="{2F26C5D5-C46C-4C13-8258-68991F3BDB60}" srcOrd="1" destOrd="0" presId="urn:microsoft.com/office/officeart/2008/layout/LinedList"/>
    <dgm:cxn modelId="{5DD6D063-DBCB-4B70-903E-20E4063CB708}" type="presParOf" srcId="{2F26C5D5-C46C-4C13-8258-68991F3BDB60}" destId="{FEED07E2-D37A-456D-BC25-8814B2C602A1}" srcOrd="0" destOrd="0" presId="urn:microsoft.com/office/officeart/2008/layout/LinedList"/>
    <dgm:cxn modelId="{3B74E8E0-34CF-44CF-AC32-93CA9995E0D2}" type="presParOf" srcId="{2F26C5D5-C46C-4C13-8258-68991F3BDB60}" destId="{F45FEAB3-F4DB-4E5B-9A36-458E30D8459A}" srcOrd="1" destOrd="0" presId="urn:microsoft.com/office/officeart/2008/layout/LinedList"/>
    <dgm:cxn modelId="{657E308A-DE32-4B7F-A171-678362130B5B}" type="presParOf" srcId="{A21CBC44-0998-49B8-9FCD-D473ADDECB9D}" destId="{2A319388-A9FF-4FFC-B6B5-2FDB5D2EED9F}" srcOrd="2" destOrd="0" presId="urn:microsoft.com/office/officeart/2008/layout/LinedList"/>
    <dgm:cxn modelId="{F21DD134-C276-4F61-AACE-A13700262122}" type="presParOf" srcId="{A21CBC44-0998-49B8-9FCD-D473ADDECB9D}" destId="{7E12DC74-AC31-489B-8651-D735345A10E1}" srcOrd="3" destOrd="0" presId="urn:microsoft.com/office/officeart/2008/layout/LinedList"/>
    <dgm:cxn modelId="{56EEE165-35A6-48B3-983E-1FC0C26A0755}" type="presParOf" srcId="{7E12DC74-AC31-489B-8651-D735345A10E1}" destId="{71F97E76-23F0-4175-8423-A0EE06851B20}" srcOrd="0" destOrd="0" presId="urn:microsoft.com/office/officeart/2008/layout/LinedList"/>
    <dgm:cxn modelId="{A65B7067-6E6B-4F70-BC5D-8E17D42D6B8A}" type="presParOf" srcId="{7E12DC74-AC31-489B-8651-D735345A10E1}" destId="{DE65C417-542B-4AE7-90B8-B7F7C601C0C6}" srcOrd="1" destOrd="0" presId="urn:microsoft.com/office/officeart/2008/layout/LinedList"/>
    <dgm:cxn modelId="{39C390F9-FAAB-4FBC-BE7E-0283525FD9E4}" type="presParOf" srcId="{A21CBC44-0998-49B8-9FCD-D473ADDECB9D}" destId="{5F08B131-E20A-4940-AE2D-D5B14C637C06}" srcOrd="4" destOrd="0" presId="urn:microsoft.com/office/officeart/2008/layout/LinedList"/>
    <dgm:cxn modelId="{3174EBC8-102E-44FF-9971-2D61AD6C3658}" type="presParOf" srcId="{A21CBC44-0998-49B8-9FCD-D473ADDECB9D}" destId="{5FBF32CC-DF02-46C2-86F1-DA71442A596B}" srcOrd="5" destOrd="0" presId="urn:microsoft.com/office/officeart/2008/layout/LinedList"/>
    <dgm:cxn modelId="{7ED44BD4-C911-4718-93FA-3460DA380761}" type="presParOf" srcId="{5FBF32CC-DF02-46C2-86F1-DA71442A596B}" destId="{7F7A7C8C-87DC-4BF6-A317-A4DD55AE57F3}" srcOrd="0" destOrd="0" presId="urn:microsoft.com/office/officeart/2008/layout/LinedList"/>
    <dgm:cxn modelId="{C416E3FD-8E3F-4E3C-ADD3-AACD4A89BF83}" type="presParOf" srcId="{5FBF32CC-DF02-46C2-86F1-DA71442A596B}" destId="{0CCEB87A-1B2A-4D2D-9282-C9591B0CC0F5}" srcOrd="1" destOrd="0" presId="urn:microsoft.com/office/officeart/2008/layout/LinedList"/>
    <dgm:cxn modelId="{C2CBA886-EE19-49A0-BD12-C80BEE2A83A2}" type="presParOf" srcId="{A21CBC44-0998-49B8-9FCD-D473ADDECB9D}" destId="{6553736F-4B9E-4AED-8B3C-8C8F6663CDC7}" srcOrd="6" destOrd="0" presId="urn:microsoft.com/office/officeart/2008/layout/LinedList"/>
    <dgm:cxn modelId="{BE8F3A36-B9C3-410F-BEFD-ABB446C6BCA8}" type="presParOf" srcId="{A21CBC44-0998-49B8-9FCD-D473ADDECB9D}" destId="{68C5B16F-DA5D-4EEF-843B-57347C8A0E87}" srcOrd="7" destOrd="0" presId="urn:microsoft.com/office/officeart/2008/layout/LinedList"/>
    <dgm:cxn modelId="{9F8C2168-780D-4AE7-A4AD-D0EFF00702F8}" type="presParOf" srcId="{68C5B16F-DA5D-4EEF-843B-57347C8A0E87}" destId="{643DA636-B1D9-41B7-9CDB-1A60A9D02FC9}" srcOrd="0" destOrd="0" presId="urn:microsoft.com/office/officeart/2008/layout/LinedList"/>
    <dgm:cxn modelId="{86DF28BD-F27F-4DCA-A8FA-5C128F8488AC}" type="presParOf" srcId="{68C5B16F-DA5D-4EEF-843B-57347C8A0E87}" destId="{9D29CF79-D3B0-4A57-85F0-1A897D86334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91FF6FC-29D3-4146-86CC-E9AFAC9E2D82}" type="doc">
      <dgm:prSet loTypeId="urn:microsoft.com/office/officeart/2005/8/layout/list1" loCatId="list" qsTypeId="urn:microsoft.com/office/officeart/2005/8/quickstyle/simple4" qsCatId="simple" csTypeId="urn:microsoft.com/office/officeart/2005/8/colors/colorful5" csCatId="colorful"/>
      <dgm:spPr/>
      <dgm:t>
        <a:bodyPr/>
        <a:lstStyle/>
        <a:p>
          <a:endParaRPr lang="en-US"/>
        </a:p>
      </dgm:t>
    </dgm:pt>
    <dgm:pt modelId="{21C0F894-3F3F-416C-8228-5515A0CB848C}">
      <dgm:prSet/>
      <dgm:spPr/>
      <dgm:t>
        <a:bodyPr/>
        <a:lstStyle/>
        <a:p>
          <a:r>
            <a:rPr lang="ja-JP"/>
            <a:t>負荷が上がれば自動で増やす</a:t>
          </a:r>
          <a:endParaRPr lang="en-US"/>
        </a:p>
      </dgm:t>
    </dgm:pt>
    <dgm:pt modelId="{EE9C72D9-0FB7-4642-A8E4-2ECBF99CB38D}" type="parTrans" cxnId="{FA31ACD5-4475-445F-BAD6-266B5203AF47}">
      <dgm:prSet/>
      <dgm:spPr/>
      <dgm:t>
        <a:bodyPr/>
        <a:lstStyle/>
        <a:p>
          <a:endParaRPr lang="en-US"/>
        </a:p>
      </dgm:t>
    </dgm:pt>
    <dgm:pt modelId="{A237D4E7-544E-40BB-9780-2BD0F42AFF94}" type="sibTrans" cxnId="{FA31ACD5-4475-445F-BAD6-266B5203AF47}">
      <dgm:prSet/>
      <dgm:spPr/>
      <dgm:t>
        <a:bodyPr/>
        <a:lstStyle/>
        <a:p>
          <a:endParaRPr lang="en-US"/>
        </a:p>
      </dgm:t>
    </dgm:pt>
    <dgm:pt modelId="{FAD9CA27-660B-4579-B2C2-18C3F02DA8FC}">
      <dgm:prSet/>
      <dgm:spPr/>
      <dgm:t>
        <a:bodyPr/>
        <a:lstStyle/>
        <a:p>
          <a:r>
            <a:rPr lang="ja-JP"/>
            <a:t>落ちたコンテナを自動で再起動</a:t>
          </a:r>
          <a:endParaRPr lang="en-US"/>
        </a:p>
      </dgm:t>
    </dgm:pt>
    <dgm:pt modelId="{E5A7A52D-7DD6-4FB7-B100-21E05C3F18C6}" type="parTrans" cxnId="{AE6235B6-B1DF-4DC0-BABA-B7E22D6764F7}">
      <dgm:prSet/>
      <dgm:spPr/>
      <dgm:t>
        <a:bodyPr/>
        <a:lstStyle/>
        <a:p>
          <a:endParaRPr lang="en-US"/>
        </a:p>
      </dgm:t>
    </dgm:pt>
    <dgm:pt modelId="{969A35E4-3B1C-4821-90E7-A97810AA4365}" type="sibTrans" cxnId="{AE6235B6-B1DF-4DC0-BABA-B7E22D6764F7}">
      <dgm:prSet/>
      <dgm:spPr/>
      <dgm:t>
        <a:bodyPr/>
        <a:lstStyle/>
        <a:p>
          <a:endParaRPr lang="en-US"/>
        </a:p>
      </dgm:t>
    </dgm:pt>
    <dgm:pt modelId="{F6A8763A-32C5-4E81-89F7-2C7A7405480F}">
      <dgm:prSet/>
      <dgm:spPr/>
      <dgm:t>
        <a:bodyPr/>
        <a:lstStyle/>
        <a:p>
          <a:r>
            <a:rPr lang="ja-JP"/>
            <a:t>サービスを止めずに更新</a:t>
          </a:r>
          <a:endParaRPr lang="en-US"/>
        </a:p>
      </dgm:t>
    </dgm:pt>
    <dgm:pt modelId="{E732362C-3627-49F4-9CE6-DFCF15738F30}" type="parTrans" cxnId="{35B95574-75C2-4785-9B65-F256D77EBA74}">
      <dgm:prSet/>
      <dgm:spPr/>
      <dgm:t>
        <a:bodyPr/>
        <a:lstStyle/>
        <a:p>
          <a:endParaRPr lang="en-US"/>
        </a:p>
      </dgm:t>
    </dgm:pt>
    <dgm:pt modelId="{34F97C60-2A99-4422-8511-F0F0CBFBD68B}" type="sibTrans" cxnId="{35B95574-75C2-4785-9B65-F256D77EBA74}">
      <dgm:prSet/>
      <dgm:spPr/>
      <dgm:t>
        <a:bodyPr/>
        <a:lstStyle/>
        <a:p>
          <a:endParaRPr lang="en-US"/>
        </a:p>
      </dgm:t>
    </dgm:pt>
    <dgm:pt modelId="{59E0DD0F-9CDE-4D6F-9DC5-BE49B7CBB281}" type="pres">
      <dgm:prSet presAssocID="{A91FF6FC-29D3-4146-86CC-E9AFAC9E2D82}" presName="linear" presStyleCnt="0">
        <dgm:presLayoutVars>
          <dgm:dir/>
          <dgm:animLvl val="lvl"/>
          <dgm:resizeHandles val="exact"/>
        </dgm:presLayoutVars>
      </dgm:prSet>
      <dgm:spPr/>
    </dgm:pt>
    <dgm:pt modelId="{5259671D-217A-4B65-A797-8FE76BE52952}" type="pres">
      <dgm:prSet presAssocID="{21C0F894-3F3F-416C-8228-5515A0CB848C}" presName="parentLin" presStyleCnt="0"/>
      <dgm:spPr/>
    </dgm:pt>
    <dgm:pt modelId="{6EABADC7-4381-428D-B69F-B30BA9A92A27}" type="pres">
      <dgm:prSet presAssocID="{21C0F894-3F3F-416C-8228-5515A0CB848C}" presName="parentLeftMargin" presStyleLbl="node1" presStyleIdx="0" presStyleCnt="3"/>
      <dgm:spPr/>
    </dgm:pt>
    <dgm:pt modelId="{23E417D2-BA41-4D60-9114-00D4FBF4603F}" type="pres">
      <dgm:prSet presAssocID="{21C0F894-3F3F-416C-8228-5515A0CB848C}" presName="parentText" presStyleLbl="node1" presStyleIdx="0" presStyleCnt="3">
        <dgm:presLayoutVars>
          <dgm:chMax val="0"/>
          <dgm:bulletEnabled val="1"/>
        </dgm:presLayoutVars>
      </dgm:prSet>
      <dgm:spPr/>
    </dgm:pt>
    <dgm:pt modelId="{17E114A8-1F0D-43DA-993B-15FFFEB96D74}" type="pres">
      <dgm:prSet presAssocID="{21C0F894-3F3F-416C-8228-5515A0CB848C}" presName="negativeSpace" presStyleCnt="0"/>
      <dgm:spPr/>
    </dgm:pt>
    <dgm:pt modelId="{CCFD2E27-B398-45C0-A543-97303A945334}" type="pres">
      <dgm:prSet presAssocID="{21C0F894-3F3F-416C-8228-5515A0CB848C}" presName="childText" presStyleLbl="conFgAcc1" presStyleIdx="0" presStyleCnt="3">
        <dgm:presLayoutVars>
          <dgm:bulletEnabled val="1"/>
        </dgm:presLayoutVars>
      </dgm:prSet>
      <dgm:spPr/>
    </dgm:pt>
    <dgm:pt modelId="{F938B67C-F000-48F9-93FC-31A8CC1CD487}" type="pres">
      <dgm:prSet presAssocID="{A237D4E7-544E-40BB-9780-2BD0F42AFF94}" presName="spaceBetweenRectangles" presStyleCnt="0"/>
      <dgm:spPr/>
    </dgm:pt>
    <dgm:pt modelId="{2008CD6C-908D-42C6-B9FA-44D8EDB58C7C}" type="pres">
      <dgm:prSet presAssocID="{FAD9CA27-660B-4579-B2C2-18C3F02DA8FC}" presName="parentLin" presStyleCnt="0"/>
      <dgm:spPr/>
    </dgm:pt>
    <dgm:pt modelId="{F42D2D03-06F3-48C5-974E-14B62F5B71F2}" type="pres">
      <dgm:prSet presAssocID="{FAD9CA27-660B-4579-B2C2-18C3F02DA8FC}" presName="parentLeftMargin" presStyleLbl="node1" presStyleIdx="0" presStyleCnt="3"/>
      <dgm:spPr/>
    </dgm:pt>
    <dgm:pt modelId="{0032E5EA-1101-4FDE-82E6-29D6F4CCD46F}" type="pres">
      <dgm:prSet presAssocID="{FAD9CA27-660B-4579-B2C2-18C3F02DA8FC}" presName="parentText" presStyleLbl="node1" presStyleIdx="1" presStyleCnt="3">
        <dgm:presLayoutVars>
          <dgm:chMax val="0"/>
          <dgm:bulletEnabled val="1"/>
        </dgm:presLayoutVars>
      </dgm:prSet>
      <dgm:spPr/>
    </dgm:pt>
    <dgm:pt modelId="{21B4469F-CFE3-4DCF-91BE-8AD453B1DA64}" type="pres">
      <dgm:prSet presAssocID="{FAD9CA27-660B-4579-B2C2-18C3F02DA8FC}" presName="negativeSpace" presStyleCnt="0"/>
      <dgm:spPr/>
    </dgm:pt>
    <dgm:pt modelId="{CEFED46A-B353-4E87-8A52-D305F1B41A74}" type="pres">
      <dgm:prSet presAssocID="{FAD9CA27-660B-4579-B2C2-18C3F02DA8FC}" presName="childText" presStyleLbl="conFgAcc1" presStyleIdx="1" presStyleCnt="3">
        <dgm:presLayoutVars>
          <dgm:bulletEnabled val="1"/>
        </dgm:presLayoutVars>
      </dgm:prSet>
      <dgm:spPr/>
    </dgm:pt>
    <dgm:pt modelId="{1282AEE5-8071-420C-8BCD-4ACE53E9E296}" type="pres">
      <dgm:prSet presAssocID="{969A35E4-3B1C-4821-90E7-A97810AA4365}" presName="spaceBetweenRectangles" presStyleCnt="0"/>
      <dgm:spPr/>
    </dgm:pt>
    <dgm:pt modelId="{09B2671E-F2A4-4205-AFEF-4995CD5F769C}" type="pres">
      <dgm:prSet presAssocID="{F6A8763A-32C5-4E81-89F7-2C7A7405480F}" presName="parentLin" presStyleCnt="0"/>
      <dgm:spPr/>
    </dgm:pt>
    <dgm:pt modelId="{89243A52-5A48-4749-A3AF-B187DDAA2A2A}" type="pres">
      <dgm:prSet presAssocID="{F6A8763A-32C5-4E81-89F7-2C7A7405480F}" presName="parentLeftMargin" presStyleLbl="node1" presStyleIdx="1" presStyleCnt="3"/>
      <dgm:spPr/>
    </dgm:pt>
    <dgm:pt modelId="{07EB4C90-9FF5-45C1-9A79-423A4A7B1456}" type="pres">
      <dgm:prSet presAssocID="{F6A8763A-32C5-4E81-89F7-2C7A7405480F}" presName="parentText" presStyleLbl="node1" presStyleIdx="2" presStyleCnt="3">
        <dgm:presLayoutVars>
          <dgm:chMax val="0"/>
          <dgm:bulletEnabled val="1"/>
        </dgm:presLayoutVars>
      </dgm:prSet>
      <dgm:spPr/>
    </dgm:pt>
    <dgm:pt modelId="{81C5F8BD-19EC-445F-ACF9-BFA3C92DF63A}" type="pres">
      <dgm:prSet presAssocID="{F6A8763A-32C5-4E81-89F7-2C7A7405480F}" presName="negativeSpace" presStyleCnt="0"/>
      <dgm:spPr/>
    </dgm:pt>
    <dgm:pt modelId="{8A6051FF-848C-4E82-946E-813D9BB763B5}" type="pres">
      <dgm:prSet presAssocID="{F6A8763A-32C5-4E81-89F7-2C7A7405480F}" presName="childText" presStyleLbl="conFgAcc1" presStyleIdx="2" presStyleCnt="3">
        <dgm:presLayoutVars>
          <dgm:bulletEnabled val="1"/>
        </dgm:presLayoutVars>
      </dgm:prSet>
      <dgm:spPr/>
    </dgm:pt>
  </dgm:ptLst>
  <dgm:cxnLst>
    <dgm:cxn modelId="{8E78B033-138A-48A6-9832-0E0DE789EBEC}" type="presOf" srcId="{A91FF6FC-29D3-4146-86CC-E9AFAC9E2D82}" destId="{59E0DD0F-9CDE-4D6F-9DC5-BE49B7CBB281}" srcOrd="0" destOrd="0" presId="urn:microsoft.com/office/officeart/2005/8/layout/list1"/>
    <dgm:cxn modelId="{FBAD6836-88FB-4EAE-B0C4-72B721504DC1}" type="presOf" srcId="{FAD9CA27-660B-4579-B2C2-18C3F02DA8FC}" destId="{0032E5EA-1101-4FDE-82E6-29D6F4CCD46F}" srcOrd="1" destOrd="0" presId="urn:microsoft.com/office/officeart/2005/8/layout/list1"/>
    <dgm:cxn modelId="{35B95574-75C2-4785-9B65-F256D77EBA74}" srcId="{A91FF6FC-29D3-4146-86CC-E9AFAC9E2D82}" destId="{F6A8763A-32C5-4E81-89F7-2C7A7405480F}" srcOrd="2" destOrd="0" parTransId="{E732362C-3627-49F4-9CE6-DFCF15738F30}" sibTransId="{34F97C60-2A99-4422-8511-F0F0CBFBD68B}"/>
    <dgm:cxn modelId="{842F725A-6BBC-4D0A-9E22-8BA6DFD008BF}" type="presOf" srcId="{21C0F894-3F3F-416C-8228-5515A0CB848C}" destId="{6EABADC7-4381-428D-B69F-B30BA9A92A27}" srcOrd="0" destOrd="0" presId="urn:microsoft.com/office/officeart/2005/8/layout/list1"/>
    <dgm:cxn modelId="{4A9F8684-F9D9-42F2-BF21-FDD3521A3ACA}" type="presOf" srcId="{21C0F894-3F3F-416C-8228-5515A0CB848C}" destId="{23E417D2-BA41-4D60-9114-00D4FBF4603F}" srcOrd="1" destOrd="0" presId="urn:microsoft.com/office/officeart/2005/8/layout/list1"/>
    <dgm:cxn modelId="{3E83BF8C-2BC6-4E59-8663-427232CA9AC5}" type="presOf" srcId="{F6A8763A-32C5-4E81-89F7-2C7A7405480F}" destId="{89243A52-5A48-4749-A3AF-B187DDAA2A2A}" srcOrd="0" destOrd="0" presId="urn:microsoft.com/office/officeart/2005/8/layout/list1"/>
    <dgm:cxn modelId="{D33821AF-DB29-4FF8-AA38-B4E1428658D3}" type="presOf" srcId="{F6A8763A-32C5-4E81-89F7-2C7A7405480F}" destId="{07EB4C90-9FF5-45C1-9A79-423A4A7B1456}" srcOrd="1" destOrd="0" presId="urn:microsoft.com/office/officeart/2005/8/layout/list1"/>
    <dgm:cxn modelId="{AE6235B6-B1DF-4DC0-BABA-B7E22D6764F7}" srcId="{A91FF6FC-29D3-4146-86CC-E9AFAC9E2D82}" destId="{FAD9CA27-660B-4579-B2C2-18C3F02DA8FC}" srcOrd="1" destOrd="0" parTransId="{E5A7A52D-7DD6-4FB7-B100-21E05C3F18C6}" sibTransId="{969A35E4-3B1C-4821-90E7-A97810AA4365}"/>
    <dgm:cxn modelId="{E9EE11C0-A16F-4C73-A3AB-7471B9119A3F}" type="presOf" srcId="{FAD9CA27-660B-4579-B2C2-18C3F02DA8FC}" destId="{F42D2D03-06F3-48C5-974E-14B62F5B71F2}" srcOrd="0" destOrd="0" presId="urn:microsoft.com/office/officeart/2005/8/layout/list1"/>
    <dgm:cxn modelId="{FA31ACD5-4475-445F-BAD6-266B5203AF47}" srcId="{A91FF6FC-29D3-4146-86CC-E9AFAC9E2D82}" destId="{21C0F894-3F3F-416C-8228-5515A0CB848C}" srcOrd="0" destOrd="0" parTransId="{EE9C72D9-0FB7-4642-A8E4-2ECBF99CB38D}" sibTransId="{A237D4E7-544E-40BB-9780-2BD0F42AFF94}"/>
    <dgm:cxn modelId="{44063631-8CC9-4F71-99E9-79095B373387}" type="presParOf" srcId="{59E0DD0F-9CDE-4D6F-9DC5-BE49B7CBB281}" destId="{5259671D-217A-4B65-A797-8FE76BE52952}" srcOrd="0" destOrd="0" presId="urn:microsoft.com/office/officeart/2005/8/layout/list1"/>
    <dgm:cxn modelId="{203E452C-4583-40B5-A31B-55F49A04F8CC}" type="presParOf" srcId="{5259671D-217A-4B65-A797-8FE76BE52952}" destId="{6EABADC7-4381-428D-B69F-B30BA9A92A27}" srcOrd="0" destOrd="0" presId="urn:microsoft.com/office/officeart/2005/8/layout/list1"/>
    <dgm:cxn modelId="{72ECC38B-FF73-47F3-BDFB-388A8D5CDA3E}" type="presParOf" srcId="{5259671D-217A-4B65-A797-8FE76BE52952}" destId="{23E417D2-BA41-4D60-9114-00D4FBF4603F}" srcOrd="1" destOrd="0" presId="urn:microsoft.com/office/officeart/2005/8/layout/list1"/>
    <dgm:cxn modelId="{98D9E112-7D12-4F0C-9FDB-5073CC83D75E}" type="presParOf" srcId="{59E0DD0F-9CDE-4D6F-9DC5-BE49B7CBB281}" destId="{17E114A8-1F0D-43DA-993B-15FFFEB96D74}" srcOrd="1" destOrd="0" presId="urn:microsoft.com/office/officeart/2005/8/layout/list1"/>
    <dgm:cxn modelId="{5BCDECDC-FFE6-46F7-BC8A-C156BA02910F}" type="presParOf" srcId="{59E0DD0F-9CDE-4D6F-9DC5-BE49B7CBB281}" destId="{CCFD2E27-B398-45C0-A543-97303A945334}" srcOrd="2" destOrd="0" presId="urn:microsoft.com/office/officeart/2005/8/layout/list1"/>
    <dgm:cxn modelId="{CF1E7EF6-3A20-4212-9BDF-A5C8955FBB46}" type="presParOf" srcId="{59E0DD0F-9CDE-4D6F-9DC5-BE49B7CBB281}" destId="{F938B67C-F000-48F9-93FC-31A8CC1CD487}" srcOrd="3" destOrd="0" presId="urn:microsoft.com/office/officeart/2005/8/layout/list1"/>
    <dgm:cxn modelId="{03708E6E-D8F4-49F9-ACDC-31C819E6FC64}" type="presParOf" srcId="{59E0DD0F-9CDE-4D6F-9DC5-BE49B7CBB281}" destId="{2008CD6C-908D-42C6-B9FA-44D8EDB58C7C}" srcOrd="4" destOrd="0" presId="urn:microsoft.com/office/officeart/2005/8/layout/list1"/>
    <dgm:cxn modelId="{6BCDFBF5-BBDE-4C9C-9276-EC1053D98510}" type="presParOf" srcId="{2008CD6C-908D-42C6-B9FA-44D8EDB58C7C}" destId="{F42D2D03-06F3-48C5-974E-14B62F5B71F2}" srcOrd="0" destOrd="0" presId="urn:microsoft.com/office/officeart/2005/8/layout/list1"/>
    <dgm:cxn modelId="{FF9F228F-ADB2-4A61-A653-C1966569D0C5}" type="presParOf" srcId="{2008CD6C-908D-42C6-B9FA-44D8EDB58C7C}" destId="{0032E5EA-1101-4FDE-82E6-29D6F4CCD46F}" srcOrd="1" destOrd="0" presId="urn:microsoft.com/office/officeart/2005/8/layout/list1"/>
    <dgm:cxn modelId="{802A9E67-9AAE-4950-853E-BC8361B685EF}" type="presParOf" srcId="{59E0DD0F-9CDE-4D6F-9DC5-BE49B7CBB281}" destId="{21B4469F-CFE3-4DCF-91BE-8AD453B1DA64}" srcOrd="5" destOrd="0" presId="urn:microsoft.com/office/officeart/2005/8/layout/list1"/>
    <dgm:cxn modelId="{9D900DE7-6F97-481B-9333-04269A876A56}" type="presParOf" srcId="{59E0DD0F-9CDE-4D6F-9DC5-BE49B7CBB281}" destId="{CEFED46A-B353-4E87-8A52-D305F1B41A74}" srcOrd="6" destOrd="0" presId="urn:microsoft.com/office/officeart/2005/8/layout/list1"/>
    <dgm:cxn modelId="{F8E2AA46-5363-4CCF-AD8B-138BAE877351}" type="presParOf" srcId="{59E0DD0F-9CDE-4D6F-9DC5-BE49B7CBB281}" destId="{1282AEE5-8071-420C-8BCD-4ACE53E9E296}" srcOrd="7" destOrd="0" presId="urn:microsoft.com/office/officeart/2005/8/layout/list1"/>
    <dgm:cxn modelId="{EFD538AA-E683-402C-9E5A-58CEF56B0FC4}" type="presParOf" srcId="{59E0DD0F-9CDE-4D6F-9DC5-BE49B7CBB281}" destId="{09B2671E-F2A4-4205-AFEF-4995CD5F769C}" srcOrd="8" destOrd="0" presId="urn:microsoft.com/office/officeart/2005/8/layout/list1"/>
    <dgm:cxn modelId="{5E057553-A7F3-41D5-88F9-14B45DFBBBAA}" type="presParOf" srcId="{09B2671E-F2A4-4205-AFEF-4995CD5F769C}" destId="{89243A52-5A48-4749-A3AF-B187DDAA2A2A}" srcOrd="0" destOrd="0" presId="urn:microsoft.com/office/officeart/2005/8/layout/list1"/>
    <dgm:cxn modelId="{D910230B-83D9-4AEF-B8D2-82FC4786BB95}" type="presParOf" srcId="{09B2671E-F2A4-4205-AFEF-4995CD5F769C}" destId="{07EB4C90-9FF5-45C1-9A79-423A4A7B1456}" srcOrd="1" destOrd="0" presId="urn:microsoft.com/office/officeart/2005/8/layout/list1"/>
    <dgm:cxn modelId="{2D2A5BB5-8D5A-47D5-BF39-4A9E95F201D5}" type="presParOf" srcId="{59E0DD0F-9CDE-4D6F-9DC5-BE49B7CBB281}" destId="{81C5F8BD-19EC-445F-ACF9-BFA3C92DF63A}" srcOrd="9" destOrd="0" presId="urn:microsoft.com/office/officeart/2005/8/layout/list1"/>
    <dgm:cxn modelId="{4C0E109B-7A9E-4863-B902-C0DDA5316C81}" type="presParOf" srcId="{59E0DD0F-9CDE-4D6F-9DC5-BE49B7CBB281}" destId="{8A6051FF-848C-4E82-946E-813D9BB763B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213A2F-BCDC-4471-A1BE-4E412DE1EFE7}">
      <dsp:nvSpPr>
        <dsp:cNvPr id="0" name=""/>
        <dsp:cNvSpPr/>
      </dsp:nvSpPr>
      <dsp:spPr>
        <a:xfrm>
          <a:off x="1283" y="507350"/>
          <a:ext cx="4505585" cy="286104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C729A2-0353-4103-8437-29FE72885249}">
      <dsp:nvSpPr>
        <dsp:cNvPr id="0" name=""/>
        <dsp:cNvSpPr/>
      </dsp:nvSpPr>
      <dsp:spPr>
        <a:xfrm>
          <a:off x="501904" y="982940"/>
          <a:ext cx="4505585" cy="2861046"/>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Google</a:t>
          </a:r>
          <a:r>
            <a:rPr lang="ja-JP" sz="2900" kern="1200"/>
            <a:t>が開発し、現在は</a:t>
          </a:r>
          <a:r>
            <a:rPr lang="en-US" sz="2900" kern="1200"/>
            <a:t>CNCF</a:t>
          </a:r>
          <a:r>
            <a:rPr lang="ja-JP" sz="2900" kern="1200"/>
            <a:t> によって運営されているコンテナオーケストレーションツール。</a:t>
          </a:r>
          <a:endParaRPr lang="en-US" sz="2900" kern="1200"/>
        </a:p>
      </dsp:txBody>
      <dsp:txXfrm>
        <a:off x="585701" y="1066737"/>
        <a:ext cx="4337991" cy="2693452"/>
      </dsp:txXfrm>
    </dsp:sp>
    <dsp:sp modelId="{97400274-96FA-49DB-8C5D-3928F365D3B0}">
      <dsp:nvSpPr>
        <dsp:cNvPr id="0" name=""/>
        <dsp:cNvSpPr/>
      </dsp:nvSpPr>
      <dsp:spPr>
        <a:xfrm>
          <a:off x="5508110" y="507350"/>
          <a:ext cx="4505585" cy="286104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13C262-B90C-488D-B7C5-67452BC1633B}">
      <dsp:nvSpPr>
        <dsp:cNvPr id="0" name=""/>
        <dsp:cNvSpPr/>
      </dsp:nvSpPr>
      <dsp:spPr>
        <a:xfrm>
          <a:off x="6008730" y="982940"/>
          <a:ext cx="4505585" cy="2861046"/>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ja-JP" sz="2900" kern="1200"/>
            <a:t>コンテナオーケストレーションツール：多くのコンテナを自動で管理・運用するシステム</a:t>
          </a:r>
          <a:endParaRPr lang="en-US" sz="2900" kern="1200"/>
        </a:p>
      </dsp:txBody>
      <dsp:txXfrm>
        <a:off x="6092527" y="1066737"/>
        <a:ext cx="4337991" cy="26934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C22F09-F5E0-461A-A63F-0434D7396808}">
      <dsp:nvSpPr>
        <dsp:cNvPr id="0" name=""/>
        <dsp:cNvSpPr/>
      </dsp:nvSpPr>
      <dsp:spPr>
        <a:xfrm>
          <a:off x="0" y="0"/>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ED07E2-D37A-456D-BC25-8814B2C602A1}">
      <dsp:nvSpPr>
        <dsp:cNvPr id="0" name=""/>
        <dsp:cNvSpPr/>
      </dsp:nvSpPr>
      <dsp:spPr>
        <a:xfrm>
          <a:off x="0" y="0"/>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ja-JP" sz="2700" kern="1200"/>
            <a:t>コンテナの数が増えて手動管理が難しい</a:t>
          </a:r>
          <a:r>
            <a:rPr lang="en-US" sz="2700" kern="1200"/>
            <a:t>(</a:t>
          </a:r>
          <a:r>
            <a:rPr lang="ja-JP" sz="2700" kern="1200"/>
            <a:t>自動で配置・管理する</a:t>
          </a:r>
          <a:r>
            <a:rPr lang="en-US" sz="2700" kern="1200"/>
            <a:t>)</a:t>
          </a:r>
        </a:p>
      </dsp:txBody>
      <dsp:txXfrm>
        <a:off x="0" y="0"/>
        <a:ext cx="10515600" cy="1087834"/>
      </dsp:txXfrm>
    </dsp:sp>
    <dsp:sp modelId="{2A319388-A9FF-4FFC-B6B5-2FDB5D2EED9F}">
      <dsp:nvSpPr>
        <dsp:cNvPr id="0" name=""/>
        <dsp:cNvSpPr/>
      </dsp:nvSpPr>
      <dsp:spPr>
        <a:xfrm>
          <a:off x="0" y="1087834"/>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F97E76-23F0-4175-8423-A0EE06851B20}">
      <dsp:nvSpPr>
        <dsp:cNvPr id="0" name=""/>
        <dsp:cNvSpPr/>
      </dsp:nvSpPr>
      <dsp:spPr>
        <a:xfrm>
          <a:off x="0" y="1087834"/>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ja-JP" sz="2700" kern="1200"/>
            <a:t>サーバが落ちたらコンテナも止まる</a:t>
          </a:r>
          <a:r>
            <a:rPr lang="en-US" sz="2700" kern="1200"/>
            <a:t>(</a:t>
          </a:r>
          <a:r>
            <a:rPr lang="ja-JP" sz="2700" kern="1200"/>
            <a:t>自動で再起動・再配置する</a:t>
          </a:r>
          <a:r>
            <a:rPr lang="en-US" sz="2700" kern="1200"/>
            <a:t>)</a:t>
          </a:r>
        </a:p>
      </dsp:txBody>
      <dsp:txXfrm>
        <a:off x="0" y="1087834"/>
        <a:ext cx="10515600" cy="1087834"/>
      </dsp:txXfrm>
    </dsp:sp>
    <dsp:sp modelId="{5F08B131-E20A-4940-AE2D-D5B14C637C06}">
      <dsp:nvSpPr>
        <dsp:cNvPr id="0" name=""/>
        <dsp:cNvSpPr/>
      </dsp:nvSpPr>
      <dsp:spPr>
        <a:xfrm>
          <a:off x="0" y="2175669"/>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7A7C8C-87DC-4BF6-A317-A4DD55AE57F3}">
      <dsp:nvSpPr>
        <dsp:cNvPr id="0" name=""/>
        <dsp:cNvSpPr/>
      </dsp:nvSpPr>
      <dsp:spPr>
        <a:xfrm>
          <a:off x="0" y="2175669"/>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ja-JP" sz="2700" kern="1200"/>
            <a:t>負荷が偏る</a:t>
          </a:r>
          <a:r>
            <a:rPr lang="en-US" sz="2700" kern="1200"/>
            <a:t>(</a:t>
          </a:r>
          <a:r>
            <a:rPr lang="ja-JP" sz="2700" kern="1200"/>
            <a:t>自動でロードバランシングする</a:t>
          </a:r>
          <a:r>
            <a:rPr lang="en-US" sz="2700" kern="1200"/>
            <a:t>)</a:t>
          </a:r>
        </a:p>
      </dsp:txBody>
      <dsp:txXfrm>
        <a:off x="0" y="2175669"/>
        <a:ext cx="10515600" cy="1087834"/>
      </dsp:txXfrm>
    </dsp:sp>
    <dsp:sp modelId="{6553736F-4B9E-4AED-8B3C-8C8F6663CDC7}">
      <dsp:nvSpPr>
        <dsp:cNvPr id="0" name=""/>
        <dsp:cNvSpPr/>
      </dsp:nvSpPr>
      <dsp:spPr>
        <a:xfrm>
          <a:off x="0" y="3263503"/>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3DA636-B1D9-41B7-9CDB-1A60A9D02FC9}">
      <dsp:nvSpPr>
        <dsp:cNvPr id="0" name=""/>
        <dsp:cNvSpPr/>
      </dsp:nvSpPr>
      <dsp:spPr>
        <a:xfrm>
          <a:off x="0" y="3263503"/>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ja-JP" sz="2700" kern="1200"/>
            <a:t>バージョンアップが難しい</a:t>
          </a:r>
          <a:r>
            <a:rPr lang="en-US" sz="2700" kern="1200"/>
            <a:t>(</a:t>
          </a:r>
          <a:r>
            <a:rPr lang="ja-JP" sz="2700" kern="1200"/>
            <a:t>ローリングアップデートで安全に更新</a:t>
          </a:r>
          <a:r>
            <a:rPr lang="en-US" sz="2700" kern="1200"/>
            <a:t>)</a:t>
          </a:r>
        </a:p>
      </dsp:txBody>
      <dsp:txXfrm>
        <a:off x="0" y="3263503"/>
        <a:ext cx="10515600" cy="10878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FD2E27-B398-45C0-A543-97303A945334}">
      <dsp:nvSpPr>
        <dsp:cNvPr id="0" name=""/>
        <dsp:cNvSpPr/>
      </dsp:nvSpPr>
      <dsp:spPr>
        <a:xfrm>
          <a:off x="0" y="1563619"/>
          <a:ext cx="6666833" cy="5796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23E417D2-BA41-4D60-9114-00D4FBF4603F}">
      <dsp:nvSpPr>
        <dsp:cNvPr id="0" name=""/>
        <dsp:cNvSpPr/>
      </dsp:nvSpPr>
      <dsp:spPr>
        <a:xfrm>
          <a:off x="333341" y="1224139"/>
          <a:ext cx="4666783" cy="67896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ja-JP" sz="2300" kern="1200"/>
            <a:t>負荷が上がれば自動で増やす</a:t>
          </a:r>
          <a:endParaRPr lang="en-US" sz="2300" kern="1200"/>
        </a:p>
      </dsp:txBody>
      <dsp:txXfrm>
        <a:off x="366485" y="1257283"/>
        <a:ext cx="4600495" cy="612672"/>
      </dsp:txXfrm>
    </dsp:sp>
    <dsp:sp modelId="{CEFED46A-B353-4E87-8A52-D305F1B41A74}">
      <dsp:nvSpPr>
        <dsp:cNvPr id="0" name=""/>
        <dsp:cNvSpPr/>
      </dsp:nvSpPr>
      <dsp:spPr>
        <a:xfrm>
          <a:off x="0" y="2606900"/>
          <a:ext cx="6666833" cy="579600"/>
        </a:xfrm>
        <a:prstGeom prst="rect">
          <a:avLst/>
        </a:prstGeom>
        <a:solidFill>
          <a:schemeClr val="lt1">
            <a:alpha val="90000"/>
            <a:hueOff val="0"/>
            <a:satOff val="0"/>
            <a:lumOff val="0"/>
            <a:alphaOff val="0"/>
          </a:schemeClr>
        </a:solidFill>
        <a:ln w="6350" cap="flat" cmpd="sng" algn="ctr">
          <a:solidFill>
            <a:schemeClr val="accent5">
              <a:hueOff val="-3379271"/>
              <a:satOff val="-8710"/>
              <a:lumOff val="-5883"/>
              <a:alphaOff val="0"/>
            </a:schemeClr>
          </a:solidFill>
          <a:prstDash val="solid"/>
          <a:miter lim="800000"/>
        </a:ln>
        <a:effectLst/>
      </dsp:spPr>
      <dsp:style>
        <a:lnRef idx="1">
          <a:scrgbClr r="0" g="0" b="0"/>
        </a:lnRef>
        <a:fillRef idx="1">
          <a:scrgbClr r="0" g="0" b="0"/>
        </a:fillRef>
        <a:effectRef idx="0">
          <a:scrgbClr r="0" g="0" b="0"/>
        </a:effectRef>
        <a:fontRef idx="minor"/>
      </dsp:style>
    </dsp:sp>
    <dsp:sp modelId="{0032E5EA-1101-4FDE-82E6-29D6F4CCD46F}">
      <dsp:nvSpPr>
        <dsp:cNvPr id="0" name=""/>
        <dsp:cNvSpPr/>
      </dsp:nvSpPr>
      <dsp:spPr>
        <a:xfrm>
          <a:off x="333341" y="2267420"/>
          <a:ext cx="4666783" cy="678960"/>
        </a:xfrm>
        <a:prstGeom prst="round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ja-JP" sz="2300" kern="1200"/>
            <a:t>落ちたコンテナを自動で再起動</a:t>
          </a:r>
          <a:endParaRPr lang="en-US" sz="2300" kern="1200"/>
        </a:p>
      </dsp:txBody>
      <dsp:txXfrm>
        <a:off x="366485" y="2300564"/>
        <a:ext cx="4600495" cy="612672"/>
      </dsp:txXfrm>
    </dsp:sp>
    <dsp:sp modelId="{8A6051FF-848C-4E82-946E-813D9BB763B5}">
      <dsp:nvSpPr>
        <dsp:cNvPr id="0" name=""/>
        <dsp:cNvSpPr/>
      </dsp:nvSpPr>
      <dsp:spPr>
        <a:xfrm>
          <a:off x="0" y="3650180"/>
          <a:ext cx="6666833" cy="579600"/>
        </a:xfrm>
        <a:prstGeom prst="rect">
          <a:avLst/>
        </a:prstGeom>
        <a:solidFill>
          <a:schemeClr val="lt1">
            <a:alpha val="90000"/>
            <a:hueOff val="0"/>
            <a:satOff val="0"/>
            <a:lumOff val="0"/>
            <a:alphaOff val="0"/>
          </a:schemeClr>
        </a:soli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1">
          <a:scrgbClr r="0" g="0" b="0"/>
        </a:fillRef>
        <a:effectRef idx="0">
          <a:scrgbClr r="0" g="0" b="0"/>
        </a:effectRef>
        <a:fontRef idx="minor"/>
      </dsp:style>
    </dsp:sp>
    <dsp:sp modelId="{07EB4C90-9FF5-45C1-9A79-423A4A7B1456}">
      <dsp:nvSpPr>
        <dsp:cNvPr id="0" name=""/>
        <dsp:cNvSpPr/>
      </dsp:nvSpPr>
      <dsp:spPr>
        <a:xfrm>
          <a:off x="333341" y="3310700"/>
          <a:ext cx="4666783" cy="678960"/>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ja-JP" sz="2300" kern="1200"/>
            <a:t>サービスを止めずに更新</a:t>
          </a:r>
          <a:endParaRPr lang="en-US" sz="2300" kern="1200"/>
        </a:p>
      </dsp:txBody>
      <dsp:txXfrm>
        <a:off x="366485" y="3343844"/>
        <a:ext cx="4600495" cy="61267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AA6D67CB-C66C-422C-9B41-CFE5AB51D209}" type="datetimeFigureOut">
              <a:rPr kumimoji="1" lang="ja-JP" altLang="en-US" smtClean="0"/>
              <a:t>2025/10/13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53540B6-76F8-4366-BB17-220B2FEE5E37}" type="slidenum">
              <a:rPr kumimoji="1" lang="ja-JP" altLang="en-US" smtClean="0"/>
              <a:t>‹#›</a:t>
            </a:fld>
            <a:endParaRPr kumimoji="1" lang="ja-JP" altLang="en-US"/>
          </a:p>
        </p:txBody>
      </p:sp>
    </p:spTree>
    <p:extLst>
      <p:ext uri="{BB962C8B-B14F-4D97-AF65-F5344CB8AC3E}">
        <p14:creationId xmlns:p14="http://schemas.microsoft.com/office/powerpoint/2010/main" val="2585170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A6D67CB-C66C-422C-9B41-CFE5AB51D209}" type="datetimeFigureOut">
              <a:rPr kumimoji="1" lang="ja-JP" altLang="en-US" smtClean="0"/>
              <a:t>2025/10/13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53540B6-76F8-4366-BB17-220B2FEE5E37}" type="slidenum">
              <a:rPr kumimoji="1" lang="ja-JP" altLang="en-US" smtClean="0"/>
              <a:t>‹#›</a:t>
            </a:fld>
            <a:endParaRPr kumimoji="1" lang="ja-JP" altLang="en-US"/>
          </a:p>
        </p:txBody>
      </p:sp>
    </p:spTree>
    <p:extLst>
      <p:ext uri="{BB962C8B-B14F-4D97-AF65-F5344CB8AC3E}">
        <p14:creationId xmlns:p14="http://schemas.microsoft.com/office/powerpoint/2010/main" val="2227828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AA6D67CB-C66C-422C-9B41-CFE5AB51D209}" type="datetimeFigureOut">
              <a:rPr kumimoji="1" lang="ja-JP" altLang="en-US" smtClean="0"/>
              <a:t>2025/10/13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53540B6-76F8-4366-BB17-220B2FEE5E37}" type="slidenum">
              <a:rPr kumimoji="1" lang="ja-JP" altLang="en-US" smtClean="0"/>
              <a:t>‹#›</a:t>
            </a:fld>
            <a:endParaRPr kumimoji="1" lang="ja-JP" altLang="en-US"/>
          </a:p>
        </p:txBody>
      </p:sp>
    </p:spTree>
    <p:extLst>
      <p:ext uri="{BB962C8B-B14F-4D97-AF65-F5344CB8AC3E}">
        <p14:creationId xmlns:p14="http://schemas.microsoft.com/office/powerpoint/2010/main" val="602666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AA6D67CB-C66C-422C-9B41-CFE5AB51D209}" type="datetimeFigureOut">
              <a:rPr kumimoji="1" lang="ja-JP" altLang="en-US" smtClean="0"/>
              <a:t>2025/10/13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53540B6-76F8-4366-BB17-220B2FEE5E37}" type="slidenum">
              <a:rPr kumimoji="1" lang="ja-JP" altLang="en-US" smtClean="0"/>
              <a:t>‹#›</a:t>
            </a:fld>
            <a:endParaRPr kumimoji="1" lang="ja-JP" altLang="en-US"/>
          </a:p>
        </p:txBody>
      </p:sp>
    </p:spTree>
    <p:extLst>
      <p:ext uri="{BB962C8B-B14F-4D97-AF65-F5344CB8AC3E}">
        <p14:creationId xmlns:p14="http://schemas.microsoft.com/office/powerpoint/2010/main" val="1127089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AA6D67CB-C66C-422C-9B41-CFE5AB51D209}" type="datetimeFigureOut">
              <a:rPr kumimoji="1" lang="ja-JP" altLang="en-US" smtClean="0"/>
              <a:t>2025/10/13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53540B6-76F8-4366-BB17-220B2FEE5E37}" type="slidenum">
              <a:rPr kumimoji="1" lang="ja-JP" altLang="en-US" smtClean="0"/>
              <a:t>‹#›</a:t>
            </a:fld>
            <a:endParaRPr kumimoji="1" lang="ja-JP" altLang="en-US"/>
          </a:p>
        </p:txBody>
      </p:sp>
    </p:spTree>
    <p:extLst>
      <p:ext uri="{BB962C8B-B14F-4D97-AF65-F5344CB8AC3E}">
        <p14:creationId xmlns:p14="http://schemas.microsoft.com/office/powerpoint/2010/main" val="1665329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AA6D67CB-C66C-422C-9B41-CFE5AB51D209}" type="datetimeFigureOut">
              <a:rPr kumimoji="1" lang="ja-JP" altLang="en-US" smtClean="0"/>
              <a:t>2025/10/13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253540B6-76F8-4366-BB17-220B2FEE5E37}" type="slidenum">
              <a:rPr kumimoji="1" lang="ja-JP" altLang="en-US" smtClean="0"/>
              <a:t>‹#›</a:t>
            </a:fld>
            <a:endParaRPr kumimoji="1" lang="ja-JP" altLang="en-US"/>
          </a:p>
        </p:txBody>
      </p:sp>
    </p:spTree>
    <p:extLst>
      <p:ext uri="{BB962C8B-B14F-4D97-AF65-F5344CB8AC3E}">
        <p14:creationId xmlns:p14="http://schemas.microsoft.com/office/powerpoint/2010/main" val="741873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6D67CB-C66C-422C-9B41-CFE5AB51D209}" type="datetimeFigureOut">
              <a:rPr kumimoji="1" lang="ja-JP" altLang="en-US" smtClean="0"/>
              <a:t>2025/10/13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253540B6-76F8-4366-BB17-220B2FEE5E37}" type="slidenum">
              <a:rPr kumimoji="1" lang="ja-JP" altLang="en-US" smtClean="0"/>
              <a:t>‹#›</a:t>
            </a:fld>
            <a:endParaRPr kumimoji="1" lang="ja-JP" altLang="en-US"/>
          </a:p>
        </p:txBody>
      </p:sp>
    </p:spTree>
    <p:extLst>
      <p:ext uri="{BB962C8B-B14F-4D97-AF65-F5344CB8AC3E}">
        <p14:creationId xmlns:p14="http://schemas.microsoft.com/office/powerpoint/2010/main" val="2110919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A6D67CB-C66C-422C-9B41-CFE5AB51D209}" type="datetimeFigureOut">
              <a:rPr kumimoji="1" lang="ja-JP" altLang="en-US" smtClean="0"/>
              <a:t>2025/10/13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53540B6-76F8-4366-BB17-220B2FEE5E37}" type="slidenum">
              <a:rPr kumimoji="1" lang="ja-JP" altLang="en-US" smtClean="0"/>
              <a:t>‹#›</a:t>
            </a:fld>
            <a:endParaRPr kumimoji="1" lang="ja-JP" altLang="en-US"/>
          </a:p>
        </p:txBody>
      </p:sp>
    </p:spTree>
    <p:extLst>
      <p:ext uri="{BB962C8B-B14F-4D97-AF65-F5344CB8AC3E}">
        <p14:creationId xmlns:p14="http://schemas.microsoft.com/office/powerpoint/2010/main" val="177423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A6D67CB-C66C-422C-9B41-CFE5AB51D209}" type="datetimeFigureOut">
              <a:rPr kumimoji="1" lang="ja-JP" altLang="en-US" smtClean="0"/>
              <a:t>2025/10/13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53540B6-76F8-4366-BB17-220B2FEE5E37}" type="slidenum">
              <a:rPr kumimoji="1" lang="ja-JP" altLang="en-US" smtClean="0"/>
              <a:t>‹#›</a:t>
            </a:fld>
            <a:endParaRPr kumimoji="1" lang="ja-JP" altLang="en-US"/>
          </a:p>
        </p:txBody>
      </p:sp>
    </p:spTree>
    <p:extLst>
      <p:ext uri="{BB962C8B-B14F-4D97-AF65-F5344CB8AC3E}">
        <p14:creationId xmlns:p14="http://schemas.microsoft.com/office/powerpoint/2010/main" val="2149168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A6D67CB-C66C-422C-9B41-CFE5AB51D209}" type="datetimeFigureOut">
              <a:rPr kumimoji="1" lang="ja-JP" altLang="en-US" smtClean="0"/>
              <a:t>2025/10/13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53540B6-76F8-4366-BB17-220B2FEE5E37}" type="slidenum">
              <a:rPr kumimoji="1" lang="ja-JP" altLang="en-US" smtClean="0"/>
              <a:t>‹#›</a:t>
            </a:fld>
            <a:endParaRPr kumimoji="1" lang="ja-JP" altLang="en-US"/>
          </a:p>
        </p:txBody>
      </p:sp>
    </p:spTree>
    <p:extLst>
      <p:ext uri="{BB962C8B-B14F-4D97-AF65-F5344CB8AC3E}">
        <p14:creationId xmlns:p14="http://schemas.microsoft.com/office/powerpoint/2010/main" val="1003351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A6D67CB-C66C-422C-9B41-CFE5AB51D209}" type="datetimeFigureOut">
              <a:rPr kumimoji="1" lang="ja-JP" altLang="en-US" smtClean="0"/>
              <a:t>2025/10/13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53540B6-76F8-4366-BB17-220B2FEE5E37}" type="slidenum">
              <a:rPr kumimoji="1" lang="ja-JP" altLang="en-US" smtClean="0"/>
              <a:t>‹#›</a:t>
            </a:fld>
            <a:endParaRPr kumimoji="1" lang="ja-JP" altLang="en-US"/>
          </a:p>
        </p:txBody>
      </p:sp>
    </p:spTree>
    <p:extLst>
      <p:ext uri="{BB962C8B-B14F-4D97-AF65-F5344CB8AC3E}">
        <p14:creationId xmlns:p14="http://schemas.microsoft.com/office/powerpoint/2010/main" val="2355367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6D67CB-C66C-422C-9B41-CFE5AB51D209}" type="datetimeFigureOut">
              <a:rPr kumimoji="1" lang="ja-JP" altLang="en-US" smtClean="0"/>
              <a:t>2025/10/13</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3540B6-76F8-4366-BB17-220B2FEE5E37}" type="slidenum">
              <a:rPr kumimoji="1" lang="ja-JP" altLang="en-US" smtClean="0"/>
              <a:t>‹#›</a:t>
            </a:fld>
            <a:endParaRPr kumimoji="1" lang="ja-JP" altLang="en-US"/>
          </a:p>
        </p:txBody>
      </p:sp>
    </p:spTree>
    <p:extLst>
      <p:ext uri="{BB962C8B-B14F-4D97-AF65-F5344CB8AC3E}">
        <p14:creationId xmlns:p14="http://schemas.microsoft.com/office/powerpoint/2010/main" val="27483012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タイトル 1">
            <a:extLst>
              <a:ext uri="{FF2B5EF4-FFF2-40B4-BE49-F238E27FC236}">
                <a16:creationId xmlns:a16="http://schemas.microsoft.com/office/drawing/2014/main" id="{FC1EC6CD-ED20-56F0-9DA6-E6E1C263147A}"/>
              </a:ext>
            </a:extLst>
          </p:cNvPr>
          <p:cNvSpPr>
            <a:spLocks noGrp="1"/>
          </p:cNvSpPr>
          <p:nvPr>
            <p:ph type="ctrTitle"/>
          </p:nvPr>
        </p:nvSpPr>
        <p:spPr>
          <a:xfrm>
            <a:off x="1314824" y="735106"/>
            <a:ext cx="10053763" cy="2928470"/>
          </a:xfrm>
        </p:spPr>
        <p:txBody>
          <a:bodyPr anchor="b">
            <a:normAutofit/>
          </a:bodyPr>
          <a:lstStyle/>
          <a:p>
            <a:pPr algn="l"/>
            <a:r>
              <a:rPr kumimoji="1" lang="ja-JP" altLang="en-US" sz="4800">
                <a:solidFill>
                  <a:srgbClr val="FFFFFF"/>
                </a:solidFill>
              </a:rPr>
              <a:t>第四回レポート　宮澤研究室発表</a:t>
            </a:r>
          </a:p>
        </p:txBody>
      </p:sp>
      <p:sp>
        <p:nvSpPr>
          <p:cNvPr id="3" name="字幕 2">
            <a:extLst>
              <a:ext uri="{FF2B5EF4-FFF2-40B4-BE49-F238E27FC236}">
                <a16:creationId xmlns:a16="http://schemas.microsoft.com/office/drawing/2014/main" id="{B3DFC423-1843-28F7-4991-C8D51BDA173A}"/>
              </a:ext>
            </a:extLst>
          </p:cNvPr>
          <p:cNvSpPr>
            <a:spLocks noGrp="1"/>
          </p:cNvSpPr>
          <p:nvPr>
            <p:ph type="subTitle" idx="1"/>
          </p:nvPr>
        </p:nvSpPr>
        <p:spPr>
          <a:xfrm>
            <a:off x="1350682" y="4870824"/>
            <a:ext cx="10005951" cy="1458258"/>
          </a:xfrm>
        </p:spPr>
        <p:txBody>
          <a:bodyPr anchor="ctr">
            <a:normAutofit/>
          </a:bodyPr>
          <a:lstStyle/>
          <a:p>
            <a:pPr algn="l"/>
            <a:r>
              <a:rPr kumimoji="1" lang="en-US" altLang="ja-JP" dirty="0"/>
              <a:t>2023TS030 </a:t>
            </a:r>
            <a:r>
              <a:rPr lang="ja-JP" altLang="en-US" dirty="0"/>
              <a:t>川瀬　翔大</a:t>
            </a:r>
            <a:endParaRPr kumimoji="1" lang="ja-JP" altLang="en-US"/>
          </a:p>
        </p:txBody>
      </p:sp>
    </p:spTree>
    <p:extLst>
      <p:ext uri="{BB962C8B-B14F-4D97-AF65-F5344CB8AC3E}">
        <p14:creationId xmlns:p14="http://schemas.microsoft.com/office/powerpoint/2010/main" val="210741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77E9B47-9107-00DB-F18C-07BBBFA114E4}"/>
              </a:ext>
            </a:extLst>
          </p:cNvPr>
          <p:cNvSpPr>
            <a:spLocks noGrp="1"/>
          </p:cNvSpPr>
          <p:nvPr>
            <p:ph type="title"/>
          </p:nvPr>
        </p:nvSpPr>
        <p:spPr>
          <a:xfrm>
            <a:off x="838200" y="556995"/>
            <a:ext cx="10515600" cy="1133693"/>
          </a:xfrm>
        </p:spPr>
        <p:txBody>
          <a:bodyPr>
            <a:normAutofit/>
          </a:bodyPr>
          <a:lstStyle/>
          <a:p>
            <a:r>
              <a:rPr kumimoji="1" lang="en-US" altLang="ja-JP" sz="5200"/>
              <a:t>kubernetes</a:t>
            </a:r>
            <a:r>
              <a:rPr kumimoji="1" lang="ja-JP" altLang="en-US" sz="5200"/>
              <a:t>とは</a:t>
            </a:r>
          </a:p>
        </p:txBody>
      </p:sp>
      <p:graphicFrame>
        <p:nvGraphicFramePr>
          <p:cNvPr id="5" name="コンテンツ プレースホルダー 2">
            <a:extLst>
              <a:ext uri="{FF2B5EF4-FFF2-40B4-BE49-F238E27FC236}">
                <a16:creationId xmlns:a16="http://schemas.microsoft.com/office/drawing/2014/main" id="{B9F53532-03BB-281F-2C9A-FE4155C85153}"/>
              </a:ext>
            </a:extLst>
          </p:cNvPr>
          <p:cNvGraphicFramePr>
            <a:graphicFrameLocks noGrp="1"/>
          </p:cNvGraphicFramePr>
          <p:nvPr>
            <p:ph idx="1"/>
            <p:extLst>
              <p:ext uri="{D42A27DB-BD31-4B8C-83A1-F6EECF244321}">
                <p14:modId xmlns:p14="http://schemas.microsoft.com/office/powerpoint/2010/main" val="35891292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8471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37C75F0-C7C7-E7C2-8031-F2CFF0BD73DF}"/>
              </a:ext>
            </a:extLst>
          </p:cNvPr>
          <p:cNvSpPr>
            <a:spLocks noGrp="1"/>
          </p:cNvSpPr>
          <p:nvPr>
            <p:ph type="title"/>
          </p:nvPr>
        </p:nvSpPr>
        <p:spPr>
          <a:xfrm>
            <a:off x="838200" y="556995"/>
            <a:ext cx="10515600" cy="1133693"/>
          </a:xfrm>
        </p:spPr>
        <p:txBody>
          <a:bodyPr>
            <a:normAutofit/>
          </a:bodyPr>
          <a:lstStyle/>
          <a:p>
            <a:r>
              <a:rPr lang="en-US" altLang="ja-JP" sz="5200"/>
              <a:t>Kubernetes </a:t>
            </a:r>
            <a:r>
              <a:rPr lang="ja-JP" altLang="en-US" sz="5200"/>
              <a:t>の必要性</a:t>
            </a:r>
            <a:endParaRPr kumimoji="1" lang="ja-JP" altLang="en-US" sz="5200"/>
          </a:p>
        </p:txBody>
      </p:sp>
      <p:graphicFrame>
        <p:nvGraphicFramePr>
          <p:cNvPr id="5" name="コンテンツ プレースホルダー 2">
            <a:extLst>
              <a:ext uri="{FF2B5EF4-FFF2-40B4-BE49-F238E27FC236}">
                <a16:creationId xmlns:a16="http://schemas.microsoft.com/office/drawing/2014/main" id="{DB3BF900-C8AD-1D8D-5160-73C603BEDE2F}"/>
              </a:ext>
            </a:extLst>
          </p:cNvPr>
          <p:cNvGraphicFramePr>
            <a:graphicFrameLocks noGrp="1"/>
          </p:cNvGraphicFramePr>
          <p:nvPr>
            <p:ph idx="1"/>
            <p:extLst>
              <p:ext uri="{D42A27DB-BD31-4B8C-83A1-F6EECF244321}">
                <p14:modId xmlns:p14="http://schemas.microsoft.com/office/powerpoint/2010/main" val="213462554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4056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10B419F-1FBA-196C-D9DA-7290AEEAF555}"/>
              </a:ext>
            </a:extLst>
          </p:cNvPr>
          <p:cNvSpPr>
            <a:spLocks noGrp="1"/>
          </p:cNvSpPr>
          <p:nvPr>
            <p:ph type="title"/>
          </p:nvPr>
        </p:nvSpPr>
        <p:spPr>
          <a:xfrm>
            <a:off x="466722" y="586855"/>
            <a:ext cx="3201366" cy="3387497"/>
          </a:xfrm>
        </p:spPr>
        <p:txBody>
          <a:bodyPr anchor="b">
            <a:normAutofit/>
          </a:bodyPr>
          <a:lstStyle/>
          <a:p>
            <a:pPr algn="r"/>
            <a:r>
              <a:rPr lang="en-US" altLang="ja-JP" sz="4000">
                <a:solidFill>
                  <a:srgbClr val="FFFFFF"/>
                </a:solidFill>
              </a:rPr>
              <a:t>Kubernetes</a:t>
            </a:r>
            <a:r>
              <a:rPr lang="ja-JP" altLang="en-US" sz="4000">
                <a:solidFill>
                  <a:srgbClr val="FFFFFF"/>
                </a:solidFill>
              </a:rPr>
              <a:t>と</a:t>
            </a:r>
            <a:r>
              <a:rPr lang="en-US" altLang="ja-JP" sz="4000">
                <a:solidFill>
                  <a:srgbClr val="FFFFFF"/>
                </a:solidFill>
              </a:rPr>
              <a:t>Docker</a:t>
            </a:r>
            <a:r>
              <a:rPr lang="ja-JP" altLang="en-US" sz="4000">
                <a:solidFill>
                  <a:srgbClr val="FFFFFF"/>
                </a:solidFill>
              </a:rPr>
              <a:t>の違い</a:t>
            </a:r>
            <a:endParaRPr kumimoji="1" lang="ja-JP" altLang="en-US" sz="4000">
              <a:solidFill>
                <a:srgbClr val="FFFFFF"/>
              </a:solidFill>
            </a:endParaRPr>
          </a:p>
        </p:txBody>
      </p:sp>
      <p:sp>
        <p:nvSpPr>
          <p:cNvPr id="3" name="コンテンツ プレースホルダー 2">
            <a:extLst>
              <a:ext uri="{FF2B5EF4-FFF2-40B4-BE49-F238E27FC236}">
                <a16:creationId xmlns:a16="http://schemas.microsoft.com/office/drawing/2014/main" id="{87FDAB35-1F8A-4871-EC54-20502AB4A71D}"/>
              </a:ext>
            </a:extLst>
          </p:cNvPr>
          <p:cNvSpPr>
            <a:spLocks noGrp="1"/>
          </p:cNvSpPr>
          <p:nvPr>
            <p:ph idx="1"/>
          </p:nvPr>
        </p:nvSpPr>
        <p:spPr>
          <a:xfrm>
            <a:off x="4810259" y="649480"/>
            <a:ext cx="6555347" cy="5546047"/>
          </a:xfrm>
        </p:spPr>
        <p:txBody>
          <a:bodyPr anchor="ctr">
            <a:normAutofit/>
          </a:bodyPr>
          <a:lstStyle/>
          <a:p>
            <a:r>
              <a:rPr lang="en-US" altLang="ja-JP" sz="2000"/>
              <a:t>Docker</a:t>
            </a:r>
            <a:r>
              <a:rPr lang="ja-JP" altLang="en-US" sz="2000"/>
              <a:t>は、アプリケーションを軽量なコンテナとしてパッケージ化し、どの環境でも同じように動作させるためであり</a:t>
            </a:r>
            <a:r>
              <a:rPr lang="en-US" altLang="ja-JP" sz="2000"/>
              <a:t>Docker</a:t>
            </a:r>
            <a:r>
              <a:rPr lang="ja-JP" altLang="en-US" sz="2000"/>
              <a:t>はコンテナの作成と実行に特化。</a:t>
            </a:r>
            <a:endParaRPr lang="en-US" altLang="ja-JP" sz="2000"/>
          </a:p>
          <a:p>
            <a:endParaRPr kumimoji="1" lang="en-US" altLang="ja-JP" sz="2000"/>
          </a:p>
          <a:p>
            <a:r>
              <a:rPr lang="en-US" altLang="ja-JP" sz="2000"/>
              <a:t>Kubernetes</a:t>
            </a:r>
            <a:r>
              <a:rPr lang="ja-JP" altLang="en-US" sz="2000"/>
              <a:t>はコンテナおーけであり、複数のコンテナを効率的に管理するために使用されコンテナを大規模に管理するためのツールである。</a:t>
            </a:r>
            <a:endParaRPr lang="en-US" altLang="ja-JP" sz="2000"/>
          </a:p>
          <a:p>
            <a:endParaRPr kumimoji="1" lang="ja-JP" altLang="en-US" sz="2000"/>
          </a:p>
        </p:txBody>
      </p:sp>
    </p:spTree>
    <p:extLst>
      <p:ext uri="{BB962C8B-B14F-4D97-AF65-F5344CB8AC3E}">
        <p14:creationId xmlns:p14="http://schemas.microsoft.com/office/powerpoint/2010/main" val="3852231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E7D6442-90CF-892E-69ED-DD0F296EF67D}"/>
              </a:ext>
            </a:extLst>
          </p:cNvPr>
          <p:cNvSpPr>
            <a:spLocks noGrp="1"/>
          </p:cNvSpPr>
          <p:nvPr>
            <p:ph type="title"/>
          </p:nvPr>
        </p:nvSpPr>
        <p:spPr>
          <a:xfrm>
            <a:off x="586478" y="1683756"/>
            <a:ext cx="3115265" cy="2396359"/>
          </a:xfrm>
        </p:spPr>
        <p:txBody>
          <a:bodyPr anchor="b">
            <a:normAutofit/>
          </a:bodyPr>
          <a:lstStyle/>
          <a:p>
            <a:pPr algn="r"/>
            <a:r>
              <a:rPr lang="en-US" altLang="ja-JP" sz="4000">
                <a:solidFill>
                  <a:srgbClr val="FFFFFF"/>
                </a:solidFill>
              </a:rPr>
              <a:t>Kubernetes </a:t>
            </a:r>
            <a:r>
              <a:rPr lang="ja-JP" altLang="en-US" sz="4000">
                <a:solidFill>
                  <a:srgbClr val="FFFFFF"/>
                </a:solidFill>
              </a:rPr>
              <a:t>を使用すると</a:t>
            </a:r>
            <a:endParaRPr kumimoji="1" lang="ja-JP" altLang="en-US" sz="4000">
              <a:solidFill>
                <a:srgbClr val="FFFFFF"/>
              </a:solidFill>
            </a:endParaRPr>
          </a:p>
        </p:txBody>
      </p:sp>
      <p:graphicFrame>
        <p:nvGraphicFramePr>
          <p:cNvPr id="5" name="コンテンツ プレースホルダー 2">
            <a:extLst>
              <a:ext uri="{FF2B5EF4-FFF2-40B4-BE49-F238E27FC236}">
                <a16:creationId xmlns:a16="http://schemas.microsoft.com/office/drawing/2014/main" id="{5FC6E405-0D22-479B-F64E-B31C95331BF5}"/>
              </a:ext>
            </a:extLst>
          </p:cNvPr>
          <p:cNvGraphicFramePr>
            <a:graphicFrameLocks noGrp="1"/>
          </p:cNvGraphicFramePr>
          <p:nvPr>
            <p:ph idx="1"/>
            <p:extLst>
              <p:ext uri="{D42A27DB-BD31-4B8C-83A1-F6EECF244321}">
                <p14:modId xmlns:p14="http://schemas.microsoft.com/office/powerpoint/2010/main" val="114214619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4806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タイトル 1">
            <a:extLst>
              <a:ext uri="{FF2B5EF4-FFF2-40B4-BE49-F238E27FC236}">
                <a16:creationId xmlns:a16="http://schemas.microsoft.com/office/drawing/2014/main" id="{E4585649-FD5D-1FD4-8945-B600AB375102}"/>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ja-JP" altLang="en-US" sz="4800" kern="1200">
                <a:solidFill>
                  <a:srgbClr val="FFFFFF"/>
                </a:solidFill>
                <a:latin typeface="+mj-lt"/>
                <a:ea typeface="+mj-ea"/>
                <a:cs typeface="+mj-cs"/>
              </a:rPr>
              <a:t>ご清聴ありがとうございました</a:t>
            </a:r>
            <a:endParaRPr kumimoji="1" lang="en-US" altLang="ja-JP" sz="4800" kern="1200">
              <a:solidFill>
                <a:srgbClr val="FFFFFF"/>
              </a:solidFill>
              <a:latin typeface="+mj-lt"/>
              <a:ea typeface="+mj-ea"/>
              <a:cs typeface="+mj-cs"/>
            </a:endParaRPr>
          </a:p>
        </p:txBody>
      </p:sp>
    </p:spTree>
    <p:extLst>
      <p:ext uri="{BB962C8B-B14F-4D97-AF65-F5344CB8AC3E}">
        <p14:creationId xmlns:p14="http://schemas.microsoft.com/office/powerpoint/2010/main" val="3278947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2013 - 2022 テーマ">
  <a:themeElements>
    <a:clrScheme name="Office 2013 - 2022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56</TotalTime>
  <Words>188</Words>
  <Application>Microsoft Office PowerPoint</Application>
  <PresentationFormat>ワイド画面</PresentationFormat>
  <Paragraphs>19</Paragraphs>
  <Slides>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Arial</vt:lpstr>
      <vt:lpstr>Calibri</vt:lpstr>
      <vt:lpstr>Calibri Light</vt:lpstr>
      <vt:lpstr>Office 2013 - 2022 テーマ</vt:lpstr>
      <vt:lpstr>第四回レポート　宮澤研究室発表</vt:lpstr>
      <vt:lpstr>kubernetesとは</vt:lpstr>
      <vt:lpstr>Kubernetes の必要性</vt:lpstr>
      <vt:lpstr>KubernetesとDockerの違い</vt:lpstr>
      <vt:lpstr>Kubernetes を使用すると</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23ts030</dc:creator>
  <cp:lastModifiedBy>23ts030</cp:lastModifiedBy>
  <cp:revision>3</cp:revision>
  <dcterms:created xsi:type="dcterms:W3CDTF">2025-10-12T16:51:52Z</dcterms:created>
  <dcterms:modified xsi:type="dcterms:W3CDTF">2025-10-12T17:47:58Z</dcterms:modified>
</cp:coreProperties>
</file>