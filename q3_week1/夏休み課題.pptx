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6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439F52-9D21-42EC-A5BD-EAA97D7CB4CA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A3CE104-EFB4-48C3-AAA8-19326D0C12A5}">
      <dgm:prSet/>
      <dgm:spPr/>
      <dgm:t>
        <a:bodyPr/>
        <a:lstStyle/>
        <a:p>
          <a:r>
            <a:rPr lang="en-US"/>
            <a:t>OSTEP</a:t>
          </a:r>
          <a:r>
            <a:rPr lang="ja-JP"/>
            <a:t>を第</a:t>
          </a:r>
          <a:r>
            <a:rPr lang="en-US"/>
            <a:t>1~16</a:t>
          </a:r>
          <a:r>
            <a:rPr lang="ja-JP"/>
            <a:t>章まで学習した</a:t>
          </a:r>
          <a:endParaRPr lang="en-US"/>
        </a:p>
      </dgm:t>
    </dgm:pt>
    <dgm:pt modelId="{A4C4B5EF-1F90-41AE-8AA5-6C967D31E9F2}" type="parTrans" cxnId="{F70EA7C3-C7E8-42D9-888C-7363CB8665FC}">
      <dgm:prSet/>
      <dgm:spPr/>
      <dgm:t>
        <a:bodyPr/>
        <a:lstStyle/>
        <a:p>
          <a:endParaRPr lang="en-US"/>
        </a:p>
      </dgm:t>
    </dgm:pt>
    <dgm:pt modelId="{197CD2E7-4807-4105-B4A5-9248DBB4BD16}" type="sibTrans" cxnId="{F70EA7C3-C7E8-42D9-888C-7363CB8665FC}">
      <dgm:prSet/>
      <dgm:spPr/>
      <dgm:t>
        <a:bodyPr/>
        <a:lstStyle/>
        <a:p>
          <a:endParaRPr lang="en-US"/>
        </a:p>
      </dgm:t>
    </dgm:pt>
    <dgm:pt modelId="{9289E7E1-9130-4509-B33F-8B701759DC55}">
      <dgm:prSet/>
      <dgm:spPr/>
      <dgm:t>
        <a:bodyPr/>
        <a:lstStyle/>
        <a:p>
          <a:r>
            <a:rPr lang="ja-JP"/>
            <a:t>プロセス、スケジューリング、並行性、などを理解した</a:t>
          </a:r>
          <a:endParaRPr lang="en-US"/>
        </a:p>
      </dgm:t>
    </dgm:pt>
    <dgm:pt modelId="{19216D50-4926-43AC-836F-A6275295460A}" type="parTrans" cxnId="{8F3277E7-ED57-4CF9-8ED4-328082F8BC98}">
      <dgm:prSet/>
      <dgm:spPr/>
      <dgm:t>
        <a:bodyPr/>
        <a:lstStyle/>
        <a:p>
          <a:endParaRPr lang="en-US"/>
        </a:p>
      </dgm:t>
    </dgm:pt>
    <dgm:pt modelId="{2037C40B-6EA8-4745-8E00-98930F9264FD}" type="sibTrans" cxnId="{8F3277E7-ED57-4CF9-8ED4-328082F8BC98}">
      <dgm:prSet/>
      <dgm:spPr/>
      <dgm:t>
        <a:bodyPr/>
        <a:lstStyle/>
        <a:p>
          <a:endParaRPr lang="en-US"/>
        </a:p>
      </dgm:t>
    </dgm:pt>
    <dgm:pt modelId="{B62EBDC5-8EA0-409E-A2D3-A8F190C7E5DA}">
      <dgm:prSet/>
      <dgm:spPr/>
      <dgm:t>
        <a:bodyPr/>
        <a:lstStyle/>
        <a:p>
          <a:r>
            <a:rPr lang="ja-JP"/>
            <a:t>プログラムの実行に伴うプロセスの状態の変化を実装し観察した</a:t>
          </a:r>
          <a:r>
            <a:rPr lang="en-US"/>
            <a:t>(CPU</a:t>
          </a:r>
          <a:r>
            <a:rPr lang="ja-JP"/>
            <a:t>と</a:t>
          </a:r>
          <a:r>
            <a:rPr lang="en-US"/>
            <a:t>	I/O</a:t>
          </a:r>
          <a:r>
            <a:rPr lang="ja-JP"/>
            <a:t>について</a:t>
          </a:r>
          <a:r>
            <a:rPr lang="en-US"/>
            <a:t>)</a:t>
          </a:r>
        </a:p>
      </dgm:t>
    </dgm:pt>
    <dgm:pt modelId="{97CAE0A8-BA5F-48F7-B72E-CE2B7527AE5B}" type="parTrans" cxnId="{90152504-CBAC-4B45-9551-6F8868A5F28C}">
      <dgm:prSet/>
      <dgm:spPr/>
      <dgm:t>
        <a:bodyPr/>
        <a:lstStyle/>
        <a:p>
          <a:endParaRPr lang="en-US"/>
        </a:p>
      </dgm:t>
    </dgm:pt>
    <dgm:pt modelId="{406F11E8-8B40-46A5-A71F-276B055A9947}" type="sibTrans" cxnId="{90152504-CBAC-4B45-9551-6F8868A5F28C}">
      <dgm:prSet/>
      <dgm:spPr/>
      <dgm:t>
        <a:bodyPr/>
        <a:lstStyle/>
        <a:p>
          <a:endParaRPr lang="en-US"/>
        </a:p>
      </dgm:t>
    </dgm:pt>
    <dgm:pt modelId="{A89CD128-D2D3-4D28-AEEF-EF87FBADAB1B}" type="pres">
      <dgm:prSet presAssocID="{6A439F52-9D21-42EC-A5BD-EAA97D7CB4C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35B0EE0-F3BB-4B07-865C-A25518A41498}" type="pres">
      <dgm:prSet presAssocID="{8A3CE104-EFB4-48C3-AAA8-19326D0C12A5}" presName="root" presStyleCnt="0"/>
      <dgm:spPr/>
    </dgm:pt>
    <dgm:pt modelId="{B7E1E0C0-63B1-4DF9-9189-01859B01C958}" type="pres">
      <dgm:prSet presAssocID="{8A3CE104-EFB4-48C3-AAA8-19326D0C12A5}" presName="rootComposite" presStyleCnt="0"/>
      <dgm:spPr/>
    </dgm:pt>
    <dgm:pt modelId="{F8F53A4B-C5E1-4909-9DEB-C42D3A7D41AF}" type="pres">
      <dgm:prSet presAssocID="{8A3CE104-EFB4-48C3-AAA8-19326D0C12A5}" presName="rootText" presStyleLbl="node1" presStyleIdx="0" presStyleCnt="3"/>
      <dgm:spPr/>
    </dgm:pt>
    <dgm:pt modelId="{823A6F19-A55D-4136-AA31-D5D871483075}" type="pres">
      <dgm:prSet presAssocID="{8A3CE104-EFB4-48C3-AAA8-19326D0C12A5}" presName="rootConnector" presStyleLbl="node1" presStyleIdx="0" presStyleCnt="3"/>
      <dgm:spPr/>
    </dgm:pt>
    <dgm:pt modelId="{431D0A80-DFD4-4E82-8A1A-85C121661691}" type="pres">
      <dgm:prSet presAssocID="{8A3CE104-EFB4-48C3-AAA8-19326D0C12A5}" presName="childShape" presStyleCnt="0"/>
      <dgm:spPr/>
    </dgm:pt>
    <dgm:pt modelId="{DDD402F0-0F98-479D-9CC5-5EE32ED8FDAD}" type="pres">
      <dgm:prSet presAssocID="{9289E7E1-9130-4509-B33F-8B701759DC55}" presName="root" presStyleCnt="0"/>
      <dgm:spPr/>
    </dgm:pt>
    <dgm:pt modelId="{D502D21A-B1D7-410B-89B3-67122B3DBBEC}" type="pres">
      <dgm:prSet presAssocID="{9289E7E1-9130-4509-B33F-8B701759DC55}" presName="rootComposite" presStyleCnt="0"/>
      <dgm:spPr/>
    </dgm:pt>
    <dgm:pt modelId="{94ED8689-D119-4C36-B566-F7C09A0F931E}" type="pres">
      <dgm:prSet presAssocID="{9289E7E1-9130-4509-B33F-8B701759DC55}" presName="rootText" presStyleLbl="node1" presStyleIdx="1" presStyleCnt="3"/>
      <dgm:spPr/>
    </dgm:pt>
    <dgm:pt modelId="{3595BD7B-79DA-4594-9123-676319E8E55B}" type="pres">
      <dgm:prSet presAssocID="{9289E7E1-9130-4509-B33F-8B701759DC55}" presName="rootConnector" presStyleLbl="node1" presStyleIdx="1" presStyleCnt="3"/>
      <dgm:spPr/>
    </dgm:pt>
    <dgm:pt modelId="{C2282715-98B8-4F21-B872-D6FC8FBF88E4}" type="pres">
      <dgm:prSet presAssocID="{9289E7E1-9130-4509-B33F-8B701759DC55}" presName="childShape" presStyleCnt="0"/>
      <dgm:spPr/>
    </dgm:pt>
    <dgm:pt modelId="{7A29C791-A5DC-49C6-8B82-7F0659095E5D}" type="pres">
      <dgm:prSet presAssocID="{B62EBDC5-8EA0-409E-A2D3-A8F190C7E5DA}" presName="root" presStyleCnt="0"/>
      <dgm:spPr/>
    </dgm:pt>
    <dgm:pt modelId="{BD45492E-FD0A-4480-858B-C45998430517}" type="pres">
      <dgm:prSet presAssocID="{B62EBDC5-8EA0-409E-A2D3-A8F190C7E5DA}" presName="rootComposite" presStyleCnt="0"/>
      <dgm:spPr/>
    </dgm:pt>
    <dgm:pt modelId="{AF3BE72B-4A8C-4EF0-826D-57FA93412B19}" type="pres">
      <dgm:prSet presAssocID="{B62EBDC5-8EA0-409E-A2D3-A8F190C7E5DA}" presName="rootText" presStyleLbl="node1" presStyleIdx="2" presStyleCnt="3"/>
      <dgm:spPr/>
    </dgm:pt>
    <dgm:pt modelId="{82FD758C-6974-44C9-9774-686DB11AA621}" type="pres">
      <dgm:prSet presAssocID="{B62EBDC5-8EA0-409E-A2D3-A8F190C7E5DA}" presName="rootConnector" presStyleLbl="node1" presStyleIdx="2" presStyleCnt="3"/>
      <dgm:spPr/>
    </dgm:pt>
    <dgm:pt modelId="{A6F3FFD2-C3DF-4A8C-B5B4-DD48FAD895C6}" type="pres">
      <dgm:prSet presAssocID="{B62EBDC5-8EA0-409E-A2D3-A8F190C7E5DA}" presName="childShape" presStyleCnt="0"/>
      <dgm:spPr/>
    </dgm:pt>
  </dgm:ptLst>
  <dgm:cxnLst>
    <dgm:cxn modelId="{90152504-CBAC-4B45-9551-6F8868A5F28C}" srcId="{6A439F52-9D21-42EC-A5BD-EAA97D7CB4CA}" destId="{B62EBDC5-8EA0-409E-A2D3-A8F190C7E5DA}" srcOrd="2" destOrd="0" parTransId="{97CAE0A8-BA5F-48F7-B72E-CE2B7527AE5B}" sibTransId="{406F11E8-8B40-46A5-A71F-276B055A9947}"/>
    <dgm:cxn modelId="{7B1B8F1C-664E-4B88-B860-9C2B920FE8AE}" type="presOf" srcId="{B62EBDC5-8EA0-409E-A2D3-A8F190C7E5DA}" destId="{82FD758C-6974-44C9-9774-686DB11AA621}" srcOrd="1" destOrd="0" presId="urn:microsoft.com/office/officeart/2005/8/layout/hierarchy3"/>
    <dgm:cxn modelId="{8F99592C-5AE8-41BA-99CA-22B5C338D91D}" type="presOf" srcId="{8A3CE104-EFB4-48C3-AAA8-19326D0C12A5}" destId="{F8F53A4B-C5E1-4909-9DEB-C42D3A7D41AF}" srcOrd="0" destOrd="0" presId="urn:microsoft.com/office/officeart/2005/8/layout/hierarchy3"/>
    <dgm:cxn modelId="{9386B95A-FCF5-44AD-9DD6-C4DF26492E6E}" type="presOf" srcId="{6A439F52-9D21-42EC-A5BD-EAA97D7CB4CA}" destId="{A89CD128-D2D3-4D28-AEEF-EF87FBADAB1B}" srcOrd="0" destOrd="0" presId="urn:microsoft.com/office/officeart/2005/8/layout/hierarchy3"/>
    <dgm:cxn modelId="{BE78BA8C-CBD4-4489-8105-392B07FBC07C}" type="presOf" srcId="{9289E7E1-9130-4509-B33F-8B701759DC55}" destId="{94ED8689-D119-4C36-B566-F7C09A0F931E}" srcOrd="0" destOrd="0" presId="urn:microsoft.com/office/officeart/2005/8/layout/hierarchy3"/>
    <dgm:cxn modelId="{881E43B3-0876-4AE7-92A7-8C10C79A69EF}" type="presOf" srcId="{9289E7E1-9130-4509-B33F-8B701759DC55}" destId="{3595BD7B-79DA-4594-9123-676319E8E55B}" srcOrd="1" destOrd="0" presId="urn:microsoft.com/office/officeart/2005/8/layout/hierarchy3"/>
    <dgm:cxn modelId="{F58B59BF-3240-44DB-B8F2-4E584B392D8C}" type="presOf" srcId="{B62EBDC5-8EA0-409E-A2D3-A8F190C7E5DA}" destId="{AF3BE72B-4A8C-4EF0-826D-57FA93412B19}" srcOrd="0" destOrd="0" presId="urn:microsoft.com/office/officeart/2005/8/layout/hierarchy3"/>
    <dgm:cxn modelId="{F70EA7C3-C7E8-42D9-888C-7363CB8665FC}" srcId="{6A439F52-9D21-42EC-A5BD-EAA97D7CB4CA}" destId="{8A3CE104-EFB4-48C3-AAA8-19326D0C12A5}" srcOrd="0" destOrd="0" parTransId="{A4C4B5EF-1F90-41AE-8AA5-6C967D31E9F2}" sibTransId="{197CD2E7-4807-4105-B4A5-9248DBB4BD16}"/>
    <dgm:cxn modelId="{353FFFDD-739F-4BA2-A8DD-03A55AB2C244}" type="presOf" srcId="{8A3CE104-EFB4-48C3-AAA8-19326D0C12A5}" destId="{823A6F19-A55D-4136-AA31-D5D871483075}" srcOrd="1" destOrd="0" presId="urn:microsoft.com/office/officeart/2005/8/layout/hierarchy3"/>
    <dgm:cxn modelId="{8F3277E7-ED57-4CF9-8ED4-328082F8BC98}" srcId="{6A439F52-9D21-42EC-A5BD-EAA97D7CB4CA}" destId="{9289E7E1-9130-4509-B33F-8B701759DC55}" srcOrd="1" destOrd="0" parTransId="{19216D50-4926-43AC-836F-A6275295460A}" sibTransId="{2037C40B-6EA8-4745-8E00-98930F9264FD}"/>
    <dgm:cxn modelId="{06B96949-AF75-454D-A6D1-310CDF91F510}" type="presParOf" srcId="{A89CD128-D2D3-4D28-AEEF-EF87FBADAB1B}" destId="{635B0EE0-F3BB-4B07-865C-A25518A41498}" srcOrd="0" destOrd="0" presId="urn:microsoft.com/office/officeart/2005/8/layout/hierarchy3"/>
    <dgm:cxn modelId="{C5A8667D-7B78-4625-8AB2-02BF3A11DAD1}" type="presParOf" srcId="{635B0EE0-F3BB-4B07-865C-A25518A41498}" destId="{B7E1E0C0-63B1-4DF9-9189-01859B01C958}" srcOrd="0" destOrd="0" presId="urn:microsoft.com/office/officeart/2005/8/layout/hierarchy3"/>
    <dgm:cxn modelId="{B6076CDB-BAAF-4F2B-A6B3-09CD45906A7E}" type="presParOf" srcId="{B7E1E0C0-63B1-4DF9-9189-01859B01C958}" destId="{F8F53A4B-C5E1-4909-9DEB-C42D3A7D41AF}" srcOrd="0" destOrd="0" presId="urn:microsoft.com/office/officeart/2005/8/layout/hierarchy3"/>
    <dgm:cxn modelId="{EE3DC939-FA6E-4C12-84F3-0C5DE4992115}" type="presParOf" srcId="{B7E1E0C0-63B1-4DF9-9189-01859B01C958}" destId="{823A6F19-A55D-4136-AA31-D5D871483075}" srcOrd="1" destOrd="0" presId="urn:microsoft.com/office/officeart/2005/8/layout/hierarchy3"/>
    <dgm:cxn modelId="{465E9B7C-CE49-4BE0-8DE7-F232B5E9E41B}" type="presParOf" srcId="{635B0EE0-F3BB-4B07-865C-A25518A41498}" destId="{431D0A80-DFD4-4E82-8A1A-85C121661691}" srcOrd="1" destOrd="0" presId="urn:microsoft.com/office/officeart/2005/8/layout/hierarchy3"/>
    <dgm:cxn modelId="{8284F6A0-0B36-4CFF-B207-A68F65D79D37}" type="presParOf" srcId="{A89CD128-D2D3-4D28-AEEF-EF87FBADAB1B}" destId="{DDD402F0-0F98-479D-9CC5-5EE32ED8FDAD}" srcOrd="1" destOrd="0" presId="urn:microsoft.com/office/officeart/2005/8/layout/hierarchy3"/>
    <dgm:cxn modelId="{960DE0A0-D287-461B-8962-0F4D4ACF428C}" type="presParOf" srcId="{DDD402F0-0F98-479D-9CC5-5EE32ED8FDAD}" destId="{D502D21A-B1D7-410B-89B3-67122B3DBBEC}" srcOrd="0" destOrd="0" presId="urn:microsoft.com/office/officeart/2005/8/layout/hierarchy3"/>
    <dgm:cxn modelId="{A334B061-C35F-49AF-98C9-AA664086B865}" type="presParOf" srcId="{D502D21A-B1D7-410B-89B3-67122B3DBBEC}" destId="{94ED8689-D119-4C36-B566-F7C09A0F931E}" srcOrd="0" destOrd="0" presId="urn:microsoft.com/office/officeart/2005/8/layout/hierarchy3"/>
    <dgm:cxn modelId="{E5F68D50-8515-4FA1-B4CB-BA9FFBF7A5EC}" type="presParOf" srcId="{D502D21A-B1D7-410B-89B3-67122B3DBBEC}" destId="{3595BD7B-79DA-4594-9123-676319E8E55B}" srcOrd="1" destOrd="0" presId="urn:microsoft.com/office/officeart/2005/8/layout/hierarchy3"/>
    <dgm:cxn modelId="{8B71BAAA-3CAE-4EB3-99F5-5D0884652682}" type="presParOf" srcId="{DDD402F0-0F98-479D-9CC5-5EE32ED8FDAD}" destId="{C2282715-98B8-4F21-B872-D6FC8FBF88E4}" srcOrd="1" destOrd="0" presId="urn:microsoft.com/office/officeart/2005/8/layout/hierarchy3"/>
    <dgm:cxn modelId="{E948DD7B-1F14-4FB2-AE8B-703EF6B77C2D}" type="presParOf" srcId="{A89CD128-D2D3-4D28-AEEF-EF87FBADAB1B}" destId="{7A29C791-A5DC-49C6-8B82-7F0659095E5D}" srcOrd="2" destOrd="0" presId="urn:microsoft.com/office/officeart/2005/8/layout/hierarchy3"/>
    <dgm:cxn modelId="{710F3B9C-C931-4184-9D02-2C7E0FACDC26}" type="presParOf" srcId="{7A29C791-A5DC-49C6-8B82-7F0659095E5D}" destId="{BD45492E-FD0A-4480-858B-C45998430517}" srcOrd="0" destOrd="0" presId="urn:microsoft.com/office/officeart/2005/8/layout/hierarchy3"/>
    <dgm:cxn modelId="{FAF892C9-C7CE-4D5B-8291-C6BC060E3F4C}" type="presParOf" srcId="{BD45492E-FD0A-4480-858B-C45998430517}" destId="{AF3BE72B-4A8C-4EF0-826D-57FA93412B19}" srcOrd="0" destOrd="0" presId="urn:microsoft.com/office/officeart/2005/8/layout/hierarchy3"/>
    <dgm:cxn modelId="{84AC25AE-23A4-404C-BEC9-E63406853AAC}" type="presParOf" srcId="{BD45492E-FD0A-4480-858B-C45998430517}" destId="{82FD758C-6974-44C9-9774-686DB11AA621}" srcOrd="1" destOrd="0" presId="urn:microsoft.com/office/officeart/2005/8/layout/hierarchy3"/>
    <dgm:cxn modelId="{FA7DD313-6C9C-4902-AFA7-30800CB76325}" type="presParOf" srcId="{7A29C791-A5DC-49C6-8B82-7F0659095E5D}" destId="{A6F3FFD2-C3DF-4A8C-B5B4-DD48FAD895C6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C32F77-F4CE-4963-AD85-227464090A6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144D166-3E61-4B24-88F7-ED01F65AD45C}">
      <dgm:prSet/>
      <dgm:spPr/>
      <dgm:t>
        <a:bodyPr/>
        <a:lstStyle/>
        <a:p>
          <a:r>
            <a:rPr lang="ja-JP"/>
            <a:t>プロセス実行と状態の変化</a:t>
          </a:r>
          <a:endParaRPr lang="en-US"/>
        </a:p>
      </dgm:t>
    </dgm:pt>
    <dgm:pt modelId="{A404B73A-DED0-4272-B8B4-204D3746CED4}" type="parTrans" cxnId="{4821679A-FE2A-4672-8AEA-386EC00DCBB3}">
      <dgm:prSet/>
      <dgm:spPr/>
      <dgm:t>
        <a:bodyPr/>
        <a:lstStyle/>
        <a:p>
          <a:endParaRPr lang="en-US"/>
        </a:p>
      </dgm:t>
    </dgm:pt>
    <dgm:pt modelId="{082C2D66-FF0F-4644-B53D-5C08C207F904}" type="sibTrans" cxnId="{4821679A-FE2A-4672-8AEA-386EC00DCBB3}">
      <dgm:prSet/>
      <dgm:spPr/>
      <dgm:t>
        <a:bodyPr/>
        <a:lstStyle/>
        <a:p>
          <a:endParaRPr lang="en-US"/>
        </a:p>
      </dgm:t>
    </dgm:pt>
    <dgm:pt modelId="{873A5BF9-8166-43D9-8878-AE9D48FFF007}">
      <dgm:prSet/>
      <dgm:spPr/>
      <dgm:t>
        <a:bodyPr/>
        <a:lstStyle/>
        <a:p>
          <a:r>
            <a:rPr lang="en-US"/>
            <a:t>CPU/I/O</a:t>
          </a:r>
          <a:r>
            <a:rPr lang="ja-JP"/>
            <a:t>の動作をシミュレーション</a:t>
          </a:r>
          <a:endParaRPr lang="en-US"/>
        </a:p>
      </dgm:t>
    </dgm:pt>
    <dgm:pt modelId="{A6EF8177-6C58-4892-8A1B-D255B8FBEC3C}" type="parTrans" cxnId="{BC33B642-F74D-42E0-8D5F-4547ADBB3076}">
      <dgm:prSet/>
      <dgm:spPr/>
      <dgm:t>
        <a:bodyPr/>
        <a:lstStyle/>
        <a:p>
          <a:endParaRPr lang="en-US"/>
        </a:p>
      </dgm:t>
    </dgm:pt>
    <dgm:pt modelId="{A02CF49C-E717-4FC0-B382-DE946967B828}" type="sibTrans" cxnId="{BC33B642-F74D-42E0-8D5F-4547ADBB3076}">
      <dgm:prSet/>
      <dgm:spPr/>
      <dgm:t>
        <a:bodyPr/>
        <a:lstStyle/>
        <a:p>
          <a:endParaRPr lang="en-US"/>
        </a:p>
      </dgm:t>
    </dgm:pt>
    <dgm:pt modelId="{2FA11521-A38D-4D71-A868-6134CE779E67}" type="pres">
      <dgm:prSet presAssocID="{BAC32F77-F4CE-4963-AD85-227464090A6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1FE6B98-1895-47AD-8A0F-69395EF2DF48}" type="pres">
      <dgm:prSet presAssocID="{B144D166-3E61-4B24-88F7-ED01F65AD45C}" presName="hierRoot1" presStyleCnt="0"/>
      <dgm:spPr/>
    </dgm:pt>
    <dgm:pt modelId="{A49E8485-05CF-44A1-A6D6-9EC9B12C76C4}" type="pres">
      <dgm:prSet presAssocID="{B144D166-3E61-4B24-88F7-ED01F65AD45C}" presName="composite" presStyleCnt="0"/>
      <dgm:spPr/>
    </dgm:pt>
    <dgm:pt modelId="{479ADCE8-5857-405C-BE57-C9926993D3FD}" type="pres">
      <dgm:prSet presAssocID="{B144D166-3E61-4B24-88F7-ED01F65AD45C}" presName="background" presStyleLbl="node0" presStyleIdx="0" presStyleCnt="2"/>
      <dgm:spPr/>
    </dgm:pt>
    <dgm:pt modelId="{0E2178FE-F03D-4400-AC80-D1A09B79C5E8}" type="pres">
      <dgm:prSet presAssocID="{B144D166-3E61-4B24-88F7-ED01F65AD45C}" presName="text" presStyleLbl="fgAcc0" presStyleIdx="0" presStyleCnt="2">
        <dgm:presLayoutVars>
          <dgm:chPref val="3"/>
        </dgm:presLayoutVars>
      </dgm:prSet>
      <dgm:spPr/>
    </dgm:pt>
    <dgm:pt modelId="{E6B373F7-FFFA-493A-8C28-A7A73FCE4B17}" type="pres">
      <dgm:prSet presAssocID="{B144D166-3E61-4B24-88F7-ED01F65AD45C}" presName="hierChild2" presStyleCnt="0"/>
      <dgm:spPr/>
    </dgm:pt>
    <dgm:pt modelId="{7BFF21D4-2781-4C2E-AC16-DDE6A1DEF6DF}" type="pres">
      <dgm:prSet presAssocID="{873A5BF9-8166-43D9-8878-AE9D48FFF007}" presName="hierRoot1" presStyleCnt="0"/>
      <dgm:spPr/>
    </dgm:pt>
    <dgm:pt modelId="{DF42445C-0790-492A-82A0-F889618A0161}" type="pres">
      <dgm:prSet presAssocID="{873A5BF9-8166-43D9-8878-AE9D48FFF007}" presName="composite" presStyleCnt="0"/>
      <dgm:spPr/>
    </dgm:pt>
    <dgm:pt modelId="{AEF38BED-DC71-469F-8FCA-484EADC02291}" type="pres">
      <dgm:prSet presAssocID="{873A5BF9-8166-43D9-8878-AE9D48FFF007}" presName="background" presStyleLbl="node0" presStyleIdx="1" presStyleCnt="2"/>
      <dgm:spPr/>
    </dgm:pt>
    <dgm:pt modelId="{B7CF8E1A-797E-4AA6-A997-A5FCB42B7818}" type="pres">
      <dgm:prSet presAssocID="{873A5BF9-8166-43D9-8878-AE9D48FFF007}" presName="text" presStyleLbl="fgAcc0" presStyleIdx="1" presStyleCnt="2">
        <dgm:presLayoutVars>
          <dgm:chPref val="3"/>
        </dgm:presLayoutVars>
      </dgm:prSet>
      <dgm:spPr/>
    </dgm:pt>
    <dgm:pt modelId="{67E67695-EA89-450B-8070-38EDC18ABEAB}" type="pres">
      <dgm:prSet presAssocID="{873A5BF9-8166-43D9-8878-AE9D48FFF007}" presName="hierChild2" presStyleCnt="0"/>
      <dgm:spPr/>
    </dgm:pt>
  </dgm:ptLst>
  <dgm:cxnLst>
    <dgm:cxn modelId="{ABDB6F0B-4FAA-4A55-8499-32C7E68CBD01}" type="presOf" srcId="{BAC32F77-F4CE-4963-AD85-227464090A6C}" destId="{2FA11521-A38D-4D71-A868-6134CE779E67}" srcOrd="0" destOrd="0" presId="urn:microsoft.com/office/officeart/2005/8/layout/hierarchy1"/>
    <dgm:cxn modelId="{BC33B642-F74D-42E0-8D5F-4547ADBB3076}" srcId="{BAC32F77-F4CE-4963-AD85-227464090A6C}" destId="{873A5BF9-8166-43D9-8878-AE9D48FFF007}" srcOrd="1" destOrd="0" parTransId="{A6EF8177-6C58-4892-8A1B-D255B8FBEC3C}" sibTransId="{A02CF49C-E717-4FC0-B382-DE946967B828}"/>
    <dgm:cxn modelId="{4821679A-FE2A-4672-8AEA-386EC00DCBB3}" srcId="{BAC32F77-F4CE-4963-AD85-227464090A6C}" destId="{B144D166-3E61-4B24-88F7-ED01F65AD45C}" srcOrd="0" destOrd="0" parTransId="{A404B73A-DED0-4272-B8B4-204D3746CED4}" sibTransId="{082C2D66-FF0F-4644-B53D-5C08C207F904}"/>
    <dgm:cxn modelId="{422DA7C4-A8F2-467D-89EE-BAA591E07538}" type="presOf" srcId="{B144D166-3E61-4B24-88F7-ED01F65AD45C}" destId="{0E2178FE-F03D-4400-AC80-D1A09B79C5E8}" srcOrd="0" destOrd="0" presId="urn:microsoft.com/office/officeart/2005/8/layout/hierarchy1"/>
    <dgm:cxn modelId="{F479A9C4-BB29-4BD1-A627-01AB783486A5}" type="presOf" srcId="{873A5BF9-8166-43D9-8878-AE9D48FFF007}" destId="{B7CF8E1A-797E-4AA6-A997-A5FCB42B7818}" srcOrd="0" destOrd="0" presId="urn:microsoft.com/office/officeart/2005/8/layout/hierarchy1"/>
    <dgm:cxn modelId="{504A81AA-0081-47A5-A99B-015DBDA9E2B2}" type="presParOf" srcId="{2FA11521-A38D-4D71-A868-6134CE779E67}" destId="{61FE6B98-1895-47AD-8A0F-69395EF2DF48}" srcOrd="0" destOrd="0" presId="urn:microsoft.com/office/officeart/2005/8/layout/hierarchy1"/>
    <dgm:cxn modelId="{800DCACA-F6A7-4F7D-96D6-F6AF0A9F1041}" type="presParOf" srcId="{61FE6B98-1895-47AD-8A0F-69395EF2DF48}" destId="{A49E8485-05CF-44A1-A6D6-9EC9B12C76C4}" srcOrd="0" destOrd="0" presId="urn:microsoft.com/office/officeart/2005/8/layout/hierarchy1"/>
    <dgm:cxn modelId="{FC0E4D71-7C3C-4120-AC16-64CCF4223489}" type="presParOf" srcId="{A49E8485-05CF-44A1-A6D6-9EC9B12C76C4}" destId="{479ADCE8-5857-405C-BE57-C9926993D3FD}" srcOrd="0" destOrd="0" presId="urn:microsoft.com/office/officeart/2005/8/layout/hierarchy1"/>
    <dgm:cxn modelId="{BF026863-5E21-4440-9963-FBA408708C53}" type="presParOf" srcId="{A49E8485-05CF-44A1-A6D6-9EC9B12C76C4}" destId="{0E2178FE-F03D-4400-AC80-D1A09B79C5E8}" srcOrd="1" destOrd="0" presId="urn:microsoft.com/office/officeart/2005/8/layout/hierarchy1"/>
    <dgm:cxn modelId="{68493534-38F4-4210-AD3C-8620FF40818D}" type="presParOf" srcId="{61FE6B98-1895-47AD-8A0F-69395EF2DF48}" destId="{E6B373F7-FFFA-493A-8C28-A7A73FCE4B17}" srcOrd="1" destOrd="0" presId="urn:microsoft.com/office/officeart/2005/8/layout/hierarchy1"/>
    <dgm:cxn modelId="{1BBB66A9-EEC7-4B90-85C8-F8E6D3679324}" type="presParOf" srcId="{2FA11521-A38D-4D71-A868-6134CE779E67}" destId="{7BFF21D4-2781-4C2E-AC16-DDE6A1DEF6DF}" srcOrd="1" destOrd="0" presId="urn:microsoft.com/office/officeart/2005/8/layout/hierarchy1"/>
    <dgm:cxn modelId="{F146D211-C829-4A41-AF17-2AF768822098}" type="presParOf" srcId="{7BFF21D4-2781-4C2E-AC16-DDE6A1DEF6DF}" destId="{DF42445C-0790-492A-82A0-F889618A0161}" srcOrd="0" destOrd="0" presId="urn:microsoft.com/office/officeart/2005/8/layout/hierarchy1"/>
    <dgm:cxn modelId="{2D49A173-7464-4F62-9409-AAA90DF69719}" type="presParOf" srcId="{DF42445C-0790-492A-82A0-F889618A0161}" destId="{AEF38BED-DC71-469F-8FCA-484EADC02291}" srcOrd="0" destOrd="0" presId="urn:microsoft.com/office/officeart/2005/8/layout/hierarchy1"/>
    <dgm:cxn modelId="{9ED52819-914E-459B-945C-0139122601A8}" type="presParOf" srcId="{DF42445C-0790-492A-82A0-F889618A0161}" destId="{B7CF8E1A-797E-4AA6-A997-A5FCB42B7818}" srcOrd="1" destOrd="0" presId="urn:microsoft.com/office/officeart/2005/8/layout/hierarchy1"/>
    <dgm:cxn modelId="{F026956D-4EB0-48CB-8C72-C4CE531F81AB}" type="presParOf" srcId="{7BFF21D4-2781-4C2E-AC16-DDE6A1DEF6DF}" destId="{67E67695-EA89-450B-8070-38EDC18ABEA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B873BD-9ED7-4DB7-A3A0-946DA4ABFC7D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A95F38F-4E66-4751-91D2-E1BC7CA91316}">
      <dgm:prSet/>
      <dgm:spPr/>
      <dgm:t>
        <a:bodyPr/>
        <a:lstStyle/>
        <a:p>
          <a:r>
            <a:rPr kumimoji="1" lang="ja-JP"/>
            <a:t>プロセスとスケジューリングについて</a:t>
          </a:r>
          <a:endParaRPr lang="en-US"/>
        </a:p>
      </dgm:t>
    </dgm:pt>
    <dgm:pt modelId="{BFDECD1E-9336-4084-9823-5D173B815224}" type="parTrans" cxnId="{1CEE3620-DEF4-4557-AE2B-F510F7C0E7C6}">
      <dgm:prSet/>
      <dgm:spPr/>
      <dgm:t>
        <a:bodyPr/>
        <a:lstStyle/>
        <a:p>
          <a:endParaRPr lang="en-US"/>
        </a:p>
      </dgm:t>
    </dgm:pt>
    <dgm:pt modelId="{25CD3493-B794-41F6-807D-6B5807B58DE4}" type="sibTrans" cxnId="{1CEE3620-DEF4-4557-AE2B-F510F7C0E7C6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2F3A5F3E-F0B1-4E7F-88DB-2E35030292CA}">
      <dgm:prSet/>
      <dgm:spPr/>
      <dgm:t>
        <a:bodyPr/>
        <a:lstStyle/>
        <a:p>
          <a:r>
            <a:rPr lang="ja-JP"/>
            <a:t>アドレス空間</a:t>
          </a:r>
          <a:endParaRPr lang="en-US"/>
        </a:p>
      </dgm:t>
    </dgm:pt>
    <dgm:pt modelId="{E3327945-BD27-4406-9065-4AC7CCF36BCB}" type="parTrans" cxnId="{6F71253F-970D-4AAA-94DA-02AB148987A3}">
      <dgm:prSet/>
      <dgm:spPr/>
      <dgm:t>
        <a:bodyPr/>
        <a:lstStyle/>
        <a:p>
          <a:endParaRPr lang="en-US"/>
        </a:p>
      </dgm:t>
    </dgm:pt>
    <dgm:pt modelId="{9E68E1EC-1DE1-4025-8587-512AD30E4985}" type="sibTrans" cxnId="{6F71253F-970D-4AAA-94DA-02AB148987A3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87A55003-64A0-470B-84DD-626B279205BA}">
      <dgm:prSet/>
      <dgm:spPr/>
      <dgm:t>
        <a:bodyPr/>
        <a:lstStyle/>
        <a:p>
          <a:r>
            <a:rPr lang="ja-JP"/>
            <a:t>マルチプロセッサスケジューリング</a:t>
          </a:r>
          <a:endParaRPr lang="en-US"/>
        </a:p>
      </dgm:t>
    </dgm:pt>
    <dgm:pt modelId="{38ADBB08-2C44-4D99-A9DF-95CEE74BBBEA}" type="parTrans" cxnId="{B3FF81A8-C39A-47B7-8D7D-FE8BB4CE47E9}">
      <dgm:prSet/>
      <dgm:spPr/>
      <dgm:t>
        <a:bodyPr/>
        <a:lstStyle/>
        <a:p>
          <a:endParaRPr lang="en-US"/>
        </a:p>
      </dgm:t>
    </dgm:pt>
    <dgm:pt modelId="{D71FDC47-D5D6-41A3-B5B7-16819DC0EF9D}" type="sibTrans" cxnId="{B3FF81A8-C39A-47B7-8D7D-FE8BB4CE47E9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97C919CC-646F-4C2B-92E8-442CE6143809}" type="pres">
      <dgm:prSet presAssocID="{ACB873BD-9ED7-4DB7-A3A0-946DA4ABFC7D}" presName="Name0" presStyleCnt="0">
        <dgm:presLayoutVars>
          <dgm:animLvl val="lvl"/>
          <dgm:resizeHandles val="exact"/>
        </dgm:presLayoutVars>
      </dgm:prSet>
      <dgm:spPr/>
    </dgm:pt>
    <dgm:pt modelId="{9F89077E-335E-4AEA-ACD6-F876C07DCDD5}" type="pres">
      <dgm:prSet presAssocID="{DA95F38F-4E66-4751-91D2-E1BC7CA91316}" presName="compositeNode" presStyleCnt="0">
        <dgm:presLayoutVars>
          <dgm:bulletEnabled val="1"/>
        </dgm:presLayoutVars>
      </dgm:prSet>
      <dgm:spPr/>
    </dgm:pt>
    <dgm:pt modelId="{574465E2-912F-44AA-96F0-47EDDFE4D13E}" type="pres">
      <dgm:prSet presAssocID="{DA95F38F-4E66-4751-91D2-E1BC7CA91316}" presName="bgRect" presStyleLbl="alignNode1" presStyleIdx="0" presStyleCnt="3"/>
      <dgm:spPr/>
    </dgm:pt>
    <dgm:pt modelId="{2B4E15CB-8698-4EB5-961B-0F8C1008DBCE}" type="pres">
      <dgm:prSet presAssocID="{25CD3493-B794-41F6-807D-6B5807B58DE4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E15C7301-6F0B-4D5F-AE6D-0E5008BFAED4}" type="pres">
      <dgm:prSet presAssocID="{DA95F38F-4E66-4751-91D2-E1BC7CA91316}" presName="nodeRect" presStyleLbl="alignNode1" presStyleIdx="0" presStyleCnt="3">
        <dgm:presLayoutVars>
          <dgm:bulletEnabled val="1"/>
        </dgm:presLayoutVars>
      </dgm:prSet>
      <dgm:spPr/>
    </dgm:pt>
    <dgm:pt modelId="{F201FBFC-FCED-4DCA-B552-55C8097AA2C6}" type="pres">
      <dgm:prSet presAssocID="{25CD3493-B794-41F6-807D-6B5807B58DE4}" presName="sibTrans" presStyleCnt="0"/>
      <dgm:spPr/>
    </dgm:pt>
    <dgm:pt modelId="{0BD056AB-6CB8-4197-AF4D-9016F8515079}" type="pres">
      <dgm:prSet presAssocID="{2F3A5F3E-F0B1-4E7F-88DB-2E35030292CA}" presName="compositeNode" presStyleCnt="0">
        <dgm:presLayoutVars>
          <dgm:bulletEnabled val="1"/>
        </dgm:presLayoutVars>
      </dgm:prSet>
      <dgm:spPr/>
    </dgm:pt>
    <dgm:pt modelId="{4C5FE48D-B7DB-4A5F-BE3F-B0351534FCC9}" type="pres">
      <dgm:prSet presAssocID="{2F3A5F3E-F0B1-4E7F-88DB-2E35030292CA}" presName="bgRect" presStyleLbl="alignNode1" presStyleIdx="1" presStyleCnt="3"/>
      <dgm:spPr/>
    </dgm:pt>
    <dgm:pt modelId="{3AC8D2AC-5EA3-4BDA-9804-5ACAA849925F}" type="pres">
      <dgm:prSet presAssocID="{9E68E1EC-1DE1-4025-8587-512AD30E4985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43A423D6-21D3-4FFE-BB71-903070CC0FD4}" type="pres">
      <dgm:prSet presAssocID="{2F3A5F3E-F0B1-4E7F-88DB-2E35030292CA}" presName="nodeRect" presStyleLbl="alignNode1" presStyleIdx="1" presStyleCnt="3">
        <dgm:presLayoutVars>
          <dgm:bulletEnabled val="1"/>
        </dgm:presLayoutVars>
      </dgm:prSet>
      <dgm:spPr/>
    </dgm:pt>
    <dgm:pt modelId="{822472B1-5D43-4A45-868F-AEB8302028FF}" type="pres">
      <dgm:prSet presAssocID="{9E68E1EC-1DE1-4025-8587-512AD30E4985}" presName="sibTrans" presStyleCnt="0"/>
      <dgm:spPr/>
    </dgm:pt>
    <dgm:pt modelId="{B1BE76FC-B022-4DC1-A869-30382FD16B46}" type="pres">
      <dgm:prSet presAssocID="{87A55003-64A0-470B-84DD-626B279205BA}" presName="compositeNode" presStyleCnt="0">
        <dgm:presLayoutVars>
          <dgm:bulletEnabled val="1"/>
        </dgm:presLayoutVars>
      </dgm:prSet>
      <dgm:spPr/>
    </dgm:pt>
    <dgm:pt modelId="{2F8AB513-12D5-4B58-867E-64778EA143A8}" type="pres">
      <dgm:prSet presAssocID="{87A55003-64A0-470B-84DD-626B279205BA}" presName="bgRect" presStyleLbl="alignNode1" presStyleIdx="2" presStyleCnt="3"/>
      <dgm:spPr/>
    </dgm:pt>
    <dgm:pt modelId="{CEFF104D-6590-418A-ACA1-7F6BBF64200F}" type="pres">
      <dgm:prSet presAssocID="{D71FDC47-D5D6-41A3-B5B7-16819DC0EF9D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0A0C7C7D-580C-45B9-A7D4-5BF2E593425F}" type="pres">
      <dgm:prSet presAssocID="{87A55003-64A0-470B-84DD-626B279205BA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0B0C5C1E-7CCA-46EA-8EB4-DD74B9CA3C74}" type="presOf" srcId="{D71FDC47-D5D6-41A3-B5B7-16819DC0EF9D}" destId="{CEFF104D-6590-418A-ACA1-7F6BBF64200F}" srcOrd="0" destOrd="0" presId="urn:microsoft.com/office/officeart/2016/7/layout/LinearBlockProcessNumbered"/>
    <dgm:cxn modelId="{1CEE3620-DEF4-4557-AE2B-F510F7C0E7C6}" srcId="{ACB873BD-9ED7-4DB7-A3A0-946DA4ABFC7D}" destId="{DA95F38F-4E66-4751-91D2-E1BC7CA91316}" srcOrd="0" destOrd="0" parTransId="{BFDECD1E-9336-4084-9823-5D173B815224}" sibTransId="{25CD3493-B794-41F6-807D-6B5807B58DE4}"/>
    <dgm:cxn modelId="{621DD235-3F17-42ED-BD23-1B73DF135AA3}" type="presOf" srcId="{ACB873BD-9ED7-4DB7-A3A0-946DA4ABFC7D}" destId="{97C919CC-646F-4C2B-92E8-442CE6143809}" srcOrd="0" destOrd="0" presId="urn:microsoft.com/office/officeart/2016/7/layout/LinearBlockProcessNumbered"/>
    <dgm:cxn modelId="{6F71253F-970D-4AAA-94DA-02AB148987A3}" srcId="{ACB873BD-9ED7-4DB7-A3A0-946DA4ABFC7D}" destId="{2F3A5F3E-F0B1-4E7F-88DB-2E35030292CA}" srcOrd="1" destOrd="0" parTransId="{E3327945-BD27-4406-9065-4AC7CCF36BCB}" sibTransId="{9E68E1EC-1DE1-4025-8587-512AD30E4985}"/>
    <dgm:cxn modelId="{6EA9F363-743D-4D3D-A52B-2BCC2ADA81E9}" type="presOf" srcId="{25CD3493-B794-41F6-807D-6B5807B58DE4}" destId="{2B4E15CB-8698-4EB5-961B-0F8C1008DBCE}" srcOrd="0" destOrd="0" presId="urn:microsoft.com/office/officeart/2016/7/layout/LinearBlockProcessNumbered"/>
    <dgm:cxn modelId="{26FCFF53-F657-4A9D-BA1D-B0AF6A51AF0B}" type="presOf" srcId="{DA95F38F-4E66-4751-91D2-E1BC7CA91316}" destId="{574465E2-912F-44AA-96F0-47EDDFE4D13E}" srcOrd="0" destOrd="0" presId="urn:microsoft.com/office/officeart/2016/7/layout/LinearBlockProcessNumbered"/>
    <dgm:cxn modelId="{5AAA0C54-345B-482F-A231-D812B4F967D0}" type="presOf" srcId="{9E68E1EC-1DE1-4025-8587-512AD30E4985}" destId="{3AC8D2AC-5EA3-4BDA-9804-5ACAA849925F}" srcOrd="0" destOrd="0" presId="urn:microsoft.com/office/officeart/2016/7/layout/LinearBlockProcessNumbered"/>
    <dgm:cxn modelId="{2C9EDC85-7A9D-45A4-BD2C-E3F64E2928E9}" type="presOf" srcId="{DA95F38F-4E66-4751-91D2-E1BC7CA91316}" destId="{E15C7301-6F0B-4D5F-AE6D-0E5008BFAED4}" srcOrd="1" destOrd="0" presId="urn:microsoft.com/office/officeart/2016/7/layout/LinearBlockProcessNumbered"/>
    <dgm:cxn modelId="{BAA63B8A-1B33-49A1-A9FD-915916C64C23}" type="presOf" srcId="{87A55003-64A0-470B-84DD-626B279205BA}" destId="{0A0C7C7D-580C-45B9-A7D4-5BF2E593425F}" srcOrd="1" destOrd="0" presId="urn:microsoft.com/office/officeart/2016/7/layout/LinearBlockProcessNumbered"/>
    <dgm:cxn modelId="{B3FF81A8-C39A-47B7-8D7D-FE8BB4CE47E9}" srcId="{ACB873BD-9ED7-4DB7-A3A0-946DA4ABFC7D}" destId="{87A55003-64A0-470B-84DD-626B279205BA}" srcOrd="2" destOrd="0" parTransId="{38ADBB08-2C44-4D99-A9DF-95CEE74BBBEA}" sibTransId="{D71FDC47-D5D6-41A3-B5B7-16819DC0EF9D}"/>
    <dgm:cxn modelId="{B5904DCE-9388-4B6B-A08C-AFC009EEAD19}" type="presOf" srcId="{2F3A5F3E-F0B1-4E7F-88DB-2E35030292CA}" destId="{43A423D6-21D3-4FFE-BB71-903070CC0FD4}" srcOrd="1" destOrd="0" presId="urn:microsoft.com/office/officeart/2016/7/layout/LinearBlockProcessNumbered"/>
    <dgm:cxn modelId="{40674FD8-1E17-4B14-A9AD-749B39D0E3AF}" type="presOf" srcId="{2F3A5F3E-F0B1-4E7F-88DB-2E35030292CA}" destId="{4C5FE48D-B7DB-4A5F-BE3F-B0351534FCC9}" srcOrd="0" destOrd="0" presId="urn:microsoft.com/office/officeart/2016/7/layout/LinearBlockProcessNumbered"/>
    <dgm:cxn modelId="{22DEB6F6-57B5-4CDE-AF22-C651EFC49BBB}" type="presOf" srcId="{87A55003-64A0-470B-84DD-626B279205BA}" destId="{2F8AB513-12D5-4B58-867E-64778EA143A8}" srcOrd="0" destOrd="0" presId="urn:microsoft.com/office/officeart/2016/7/layout/LinearBlockProcessNumbered"/>
    <dgm:cxn modelId="{B9CA3A77-B8EF-4472-BB70-00EA0D10306E}" type="presParOf" srcId="{97C919CC-646F-4C2B-92E8-442CE6143809}" destId="{9F89077E-335E-4AEA-ACD6-F876C07DCDD5}" srcOrd="0" destOrd="0" presId="urn:microsoft.com/office/officeart/2016/7/layout/LinearBlockProcessNumbered"/>
    <dgm:cxn modelId="{377358DA-DD5D-4F1E-B20C-285652983248}" type="presParOf" srcId="{9F89077E-335E-4AEA-ACD6-F876C07DCDD5}" destId="{574465E2-912F-44AA-96F0-47EDDFE4D13E}" srcOrd="0" destOrd="0" presId="urn:microsoft.com/office/officeart/2016/7/layout/LinearBlockProcessNumbered"/>
    <dgm:cxn modelId="{C60E3F2A-F046-44B0-A568-D89AAF1574E3}" type="presParOf" srcId="{9F89077E-335E-4AEA-ACD6-F876C07DCDD5}" destId="{2B4E15CB-8698-4EB5-961B-0F8C1008DBCE}" srcOrd="1" destOrd="0" presId="urn:microsoft.com/office/officeart/2016/7/layout/LinearBlockProcessNumbered"/>
    <dgm:cxn modelId="{7B5A0BED-7E40-49E5-BF8C-9916B91B424C}" type="presParOf" srcId="{9F89077E-335E-4AEA-ACD6-F876C07DCDD5}" destId="{E15C7301-6F0B-4D5F-AE6D-0E5008BFAED4}" srcOrd="2" destOrd="0" presId="urn:microsoft.com/office/officeart/2016/7/layout/LinearBlockProcessNumbered"/>
    <dgm:cxn modelId="{FC826338-27F2-4134-AEDF-E95B77253EFA}" type="presParOf" srcId="{97C919CC-646F-4C2B-92E8-442CE6143809}" destId="{F201FBFC-FCED-4DCA-B552-55C8097AA2C6}" srcOrd="1" destOrd="0" presId="urn:microsoft.com/office/officeart/2016/7/layout/LinearBlockProcessNumbered"/>
    <dgm:cxn modelId="{A16263AB-6F89-406B-839E-631130DE7D6D}" type="presParOf" srcId="{97C919CC-646F-4C2B-92E8-442CE6143809}" destId="{0BD056AB-6CB8-4197-AF4D-9016F8515079}" srcOrd="2" destOrd="0" presId="urn:microsoft.com/office/officeart/2016/7/layout/LinearBlockProcessNumbered"/>
    <dgm:cxn modelId="{D9DB5AE9-01F0-4C52-91DF-44B008B725D0}" type="presParOf" srcId="{0BD056AB-6CB8-4197-AF4D-9016F8515079}" destId="{4C5FE48D-B7DB-4A5F-BE3F-B0351534FCC9}" srcOrd="0" destOrd="0" presId="urn:microsoft.com/office/officeart/2016/7/layout/LinearBlockProcessNumbered"/>
    <dgm:cxn modelId="{931996B8-F326-41C0-916D-1A9A22D0AC87}" type="presParOf" srcId="{0BD056AB-6CB8-4197-AF4D-9016F8515079}" destId="{3AC8D2AC-5EA3-4BDA-9804-5ACAA849925F}" srcOrd="1" destOrd="0" presId="urn:microsoft.com/office/officeart/2016/7/layout/LinearBlockProcessNumbered"/>
    <dgm:cxn modelId="{D9B0A2E0-5B4B-4AFE-95E2-D76AE5529B0A}" type="presParOf" srcId="{0BD056AB-6CB8-4197-AF4D-9016F8515079}" destId="{43A423D6-21D3-4FFE-BB71-903070CC0FD4}" srcOrd="2" destOrd="0" presId="urn:microsoft.com/office/officeart/2016/7/layout/LinearBlockProcessNumbered"/>
    <dgm:cxn modelId="{6CA037B8-EDEB-4D3C-A3D1-517D2604E469}" type="presParOf" srcId="{97C919CC-646F-4C2B-92E8-442CE6143809}" destId="{822472B1-5D43-4A45-868F-AEB8302028FF}" srcOrd="3" destOrd="0" presId="urn:microsoft.com/office/officeart/2016/7/layout/LinearBlockProcessNumbered"/>
    <dgm:cxn modelId="{7D4C3D12-CFD3-442E-9805-D10262F6A254}" type="presParOf" srcId="{97C919CC-646F-4C2B-92E8-442CE6143809}" destId="{B1BE76FC-B022-4DC1-A869-30382FD16B46}" srcOrd="4" destOrd="0" presId="urn:microsoft.com/office/officeart/2016/7/layout/LinearBlockProcessNumbered"/>
    <dgm:cxn modelId="{C4FF33CB-5284-4DCA-85BD-23D363D64364}" type="presParOf" srcId="{B1BE76FC-B022-4DC1-A869-30382FD16B46}" destId="{2F8AB513-12D5-4B58-867E-64778EA143A8}" srcOrd="0" destOrd="0" presId="urn:microsoft.com/office/officeart/2016/7/layout/LinearBlockProcessNumbered"/>
    <dgm:cxn modelId="{5483AD98-6279-4ADE-8218-9462E9DB87AC}" type="presParOf" srcId="{B1BE76FC-B022-4DC1-A869-30382FD16B46}" destId="{CEFF104D-6590-418A-ACA1-7F6BBF64200F}" srcOrd="1" destOrd="0" presId="urn:microsoft.com/office/officeart/2016/7/layout/LinearBlockProcessNumbered"/>
    <dgm:cxn modelId="{65A8ECF0-6626-48C7-97A0-E2B31A37584A}" type="presParOf" srcId="{B1BE76FC-B022-4DC1-A869-30382FD16B46}" destId="{0A0C7C7D-580C-45B9-A7D4-5BF2E593425F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9BABB57-C72C-43EC-9A3D-4E933E70088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3969DA8-6A78-4AF0-9779-CE488B912D88}">
      <dgm:prSet/>
      <dgm:spPr/>
      <dgm:t>
        <a:bodyPr/>
        <a:lstStyle/>
        <a:p>
          <a:r>
            <a:rPr kumimoji="1" lang="ja-JP"/>
            <a:t>・</a:t>
          </a:r>
          <a:r>
            <a:rPr lang="en-US"/>
            <a:t>SWITCH_ON_END </a:t>
          </a:r>
          <a:r>
            <a:rPr lang="ja-JP"/>
            <a:t>や </a:t>
          </a:r>
          <a:r>
            <a:rPr lang="en-US"/>
            <a:t>SWITCH_ON_IO</a:t>
          </a:r>
          <a:r>
            <a:rPr lang="ja-JP"/>
            <a:t>などの切り替えの条件の複雑化</a:t>
          </a:r>
          <a:endParaRPr lang="en-US"/>
        </a:p>
      </dgm:t>
    </dgm:pt>
    <dgm:pt modelId="{2F418D13-A6D7-4646-9991-2F7A363FA6F1}" type="parTrans" cxnId="{62B451B1-3650-4940-BC18-26DBC1CFEF8C}">
      <dgm:prSet/>
      <dgm:spPr/>
      <dgm:t>
        <a:bodyPr/>
        <a:lstStyle/>
        <a:p>
          <a:endParaRPr lang="en-US"/>
        </a:p>
      </dgm:t>
    </dgm:pt>
    <dgm:pt modelId="{E9A93684-3830-46FF-BBF7-6995F9339066}" type="sibTrans" cxnId="{62B451B1-3650-4940-BC18-26DBC1CFEF8C}">
      <dgm:prSet/>
      <dgm:spPr/>
      <dgm:t>
        <a:bodyPr/>
        <a:lstStyle/>
        <a:p>
          <a:endParaRPr lang="en-US"/>
        </a:p>
      </dgm:t>
    </dgm:pt>
    <dgm:pt modelId="{51BFC056-92E2-43DD-B4B2-AB4A67E5E7FE}">
      <dgm:prSet/>
      <dgm:spPr/>
      <dgm:t>
        <a:bodyPr/>
        <a:lstStyle/>
        <a:p>
          <a:r>
            <a:rPr kumimoji="1" lang="ja-JP"/>
            <a:t>・</a:t>
          </a:r>
          <a:r>
            <a:rPr lang="en-US"/>
            <a:t>OSTEP</a:t>
          </a:r>
          <a:r>
            <a:rPr lang="ja-JP"/>
            <a:t>をすべて読み学び、知識を深めていきたい</a:t>
          </a:r>
          <a:endParaRPr lang="en-US"/>
        </a:p>
      </dgm:t>
    </dgm:pt>
    <dgm:pt modelId="{5CA1AFEE-9EDE-43D2-8179-88085F9652E0}" type="parTrans" cxnId="{2C4DAC90-9EDA-4B7C-9B6E-B562DC537432}">
      <dgm:prSet/>
      <dgm:spPr/>
      <dgm:t>
        <a:bodyPr/>
        <a:lstStyle/>
        <a:p>
          <a:endParaRPr lang="en-US"/>
        </a:p>
      </dgm:t>
    </dgm:pt>
    <dgm:pt modelId="{F1CE1BA9-9131-40C5-9CD6-97CBBEB94472}" type="sibTrans" cxnId="{2C4DAC90-9EDA-4B7C-9B6E-B562DC537432}">
      <dgm:prSet/>
      <dgm:spPr/>
      <dgm:t>
        <a:bodyPr/>
        <a:lstStyle/>
        <a:p>
          <a:endParaRPr lang="en-US"/>
        </a:p>
      </dgm:t>
    </dgm:pt>
    <dgm:pt modelId="{AD45EFA5-352E-49C7-B047-C30A8A02B3CF}" type="pres">
      <dgm:prSet presAssocID="{A9BABB57-C72C-43EC-9A3D-4E933E70088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D0A27B7-D906-4884-90BA-5443DD5534AB}" type="pres">
      <dgm:prSet presAssocID="{23969DA8-6A78-4AF0-9779-CE488B912D88}" presName="hierRoot1" presStyleCnt="0"/>
      <dgm:spPr/>
    </dgm:pt>
    <dgm:pt modelId="{F0CD923F-24BE-4E50-85AF-B94B4D334B7E}" type="pres">
      <dgm:prSet presAssocID="{23969DA8-6A78-4AF0-9779-CE488B912D88}" presName="composite" presStyleCnt="0"/>
      <dgm:spPr/>
    </dgm:pt>
    <dgm:pt modelId="{842D9072-EB45-41BA-B30F-A93CF88AD692}" type="pres">
      <dgm:prSet presAssocID="{23969DA8-6A78-4AF0-9779-CE488B912D88}" presName="background" presStyleLbl="node0" presStyleIdx="0" presStyleCnt="2"/>
      <dgm:spPr/>
    </dgm:pt>
    <dgm:pt modelId="{11683C91-872E-4510-A2CD-765B6CBA1276}" type="pres">
      <dgm:prSet presAssocID="{23969DA8-6A78-4AF0-9779-CE488B912D88}" presName="text" presStyleLbl="fgAcc0" presStyleIdx="0" presStyleCnt="2">
        <dgm:presLayoutVars>
          <dgm:chPref val="3"/>
        </dgm:presLayoutVars>
      </dgm:prSet>
      <dgm:spPr/>
    </dgm:pt>
    <dgm:pt modelId="{E8F024E0-4E56-442F-9AA3-8FAC35C9FA88}" type="pres">
      <dgm:prSet presAssocID="{23969DA8-6A78-4AF0-9779-CE488B912D88}" presName="hierChild2" presStyleCnt="0"/>
      <dgm:spPr/>
    </dgm:pt>
    <dgm:pt modelId="{9ACCD2AC-B195-48F1-A573-AF03C55D3825}" type="pres">
      <dgm:prSet presAssocID="{51BFC056-92E2-43DD-B4B2-AB4A67E5E7FE}" presName="hierRoot1" presStyleCnt="0"/>
      <dgm:spPr/>
    </dgm:pt>
    <dgm:pt modelId="{00259E79-52D9-4C96-A5E2-5BECB51CD9DA}" type="pres">
      <dgm:prSet presAssocID="{51BFC056-92E2-43DD-B4B2-AB4A67E5E7FE}" presName="composite" presStyleCnt="0"/>
      <dgm:spPr/>
    </dgm:pt>
    <dgm:pt modelId="{5C6D1243-3CCE-4263-B971-924882389410}" type="pres">
      <dgm:prSet presAssocID="{51BFC056-92E2-43DD-B4B2-AB4A67E5E7FE}" presName="background" presStyleLbl="node0" presStyleIdx="1" presStyleCnt="2"/>
      <dgm:spPr/>
    </dgm:pt>
    <dgm:pt modelId="{DBC9817B-6FB1-47DE-8695-CF0704CEE0E7}" type="pres">
      <dgm:prSet presAssocID="{51BFC056-92E2-43DD-B4B2-AB4A67E5E7FE}" presName="text" presStyleLbl="fgAcc0" presStyleIdx="1" presStyleCnt="2">
        <dgm:presLayoutVars>
          <dgm:chPref val="3"/>
        </dgm:presLayoutVars>
      </dgm:prSet>
      <dgm:spPr/>
    </dgm:pt>
    <dgm:pt modelId="{33E0BAD5-194A-4CDA-B38E-EEBBA9637AAB}" type="pres">
      <dgm:prSet presAssocID="{51BFC056-92E2-43DD-B4B2-AB4A67E5E7FE}" presName="hierChild2" presStyleCnt="0"/>
      <dgm:spPr/>
    </dgm:pt>
  </dgm:ptLst>
  <dgm:cxnLst>
    <dgm:cxn modelId="{3B49E82D-3D05-40A7-964C-FCCACFD141C7}" type="presOf" srcId="{A9BABB57-C72C-43EC-9A3D-4E933E70088E}" destId="{AD45EFA5-352E-49C7-B047-C30A8A02B3CF}" srcOrd="0" destOrd="0" presId="urn:microsoft.com/office/officeart/2005/8/layout/hierarchy1"/>
    <dgm:cxn modelId="{912AFD31-2CD4-4A21-B888-E7AC54E923B8}" type="presOf" srcId="{23969DA8-6A78-4AF0-9779-CE488B912D88}" destId="{11683C91-872E-4510-A2CD-765B6CBA1276}" srcOrd="0" destOrd="0" presId="urn:microsoft.com/office/officeart/2005/8/layout/hierarchy1"/>
    <dgm:cxn modelId="{75445A62-79B8-47C1-9AE6-28E8A073D77C}" type="presOf" srcId="{51BFC056-92E2-43DD-B4B2-AB4A67E5E7FE}" destId="{DBC9817B-6FB1-47DE-8695-CF0704CEE0E7}" srcOrd="0" destOrd="0" presId="urn:microsoft.com/office/officeart/2005/8/layout/hierarchy1"/>
    <dgm:cxn modelId="{2C4DAC90-9EDA-4B7C-9B6E-B562DC537432}" srcId="{A9BABB57-C72C-43EC-9A3D-4E933E70088E}" destId="{51BFC056-92E2-43DD-B4B2-AB4A67E5E7FE}" srcOrd="1" destOrd="0" parTransId="{5CA1AFEE-9EDE-43D2-8179-88085F9652E0}" sibTransId="{F1CE1BA9-9131-40C5-9CD6-97CBBEB94472}"/>
    <dgm:cxn modelId="{62B451B1-3650-4940-BC18-26DBC1CFEF8C}" srcId="{A9BABB57-C72C-43EC-9A3D-4E933E70088E}" destId="{23969DA8-6A78-4AF0-9779-CE488B912D88}" srcOrd="0" destOrd="0" parTransId="{2F418D13-A6D7-4646-9991-2F7A363FA6F1}" sibTransId="{E9A93684-3830-46FF-BBF7-6995F9339066}"/>
    <dgm:cxn modelId="{5D78FFCA-91DC-4598-AE81-489F81174B9E}" type="presParOf" srcId="{AD45EFA5-352E-49C7-B047-C30A8A02B3CF}" destId="{ED0A27B7-D906-4884-90BA-5443DD5534AB}" srcOrd="0" destOrd="0" presId="urn:microsoft.com/office/officeart/2005/8/layout/hierarchy1"/>
    <dgm:cxn modelId="{6C2E6528-75CD-49CA-81C1-656B4514551D}" type="presParOf" srcId="{ED0A27B7-D906-4884-90BA-5443DD5534AB}" destId="{F0CD923F-24BE-4E50-85AF-B94B4D334B7E}" srcOrd="0" destOrd="0" presId="urn:microsoft.com/office/officeart/2005/8/layout/hierarchy1"/>
    <dgm:cxn modelId="{FCCEB861-E185-4299-BF05-01AD53F16728}" type="presParOf" srcId="{F0CD923F-24BE-4E50-85AF-B94B4D334B7E}" destId="{842D9072-EB45-41BA-B30F-A93CF88AD692}" srcOrd="0" destOrd="0" presId="urn:microsoft.com/office/officeart/2005/8/layout/hierarchy1"/>
    <dgm:cxn modelId="{87B32F3F-96EE-416F-85D0-8B6F6374A63D}" type="presParOf" srcId="{F0CD923F-24BE-4E50-85AF-B94B4D334B7E}" destId="{11683C91-872E-4510-A2CD-765B6CBA1276}" srcOrd="1" destOrd="0" presId="urn:microsoft.com/office/officeart/2005/8/layout/hierarchy1"/>
    <dgm:cxn modelId="{3B63A54E-1A78-41A0-9A51-B664F62E56A0}" type="presParOf" srcId="{ED0A27B7-D906-4884-90BA-5443DD5534AB}" destId="{E8F024E0-4E56-442F-9AA3-8FAC35C9FA88}" srcOrd="1" destOrd="0" presId="urn:microsoft.com/office/officeart/2005/8/layout/hierarchy1"/>
    <dgm:cxn modelId="{561F73E1-D36E-4DED-B8AE-4A78FF20AEEC}" type="presParOf" srcId="{AD45EFA5-352E-49C7-B047-C30A8A02B3CF}" destId="{9ACCD2AC-B195-48F1-A573-AF03C55D3825}" srcOrd="1" destOrd="0" presId="urn:microsoft.com/office/officeart/2005/8/layout/hierarchy1"/>
    <dgm:cxn modelId="{C961E798-7FA4-4176-9440-25558F5C8C1A}" type="presParOf" srcId="{9ACCD2AC-B195-48F1-A573-AF03C55D3825}" destId="{00259E79-52D9-4C96-A5E2-5BECB51CD9DA}" srcOrd="0" destOrd="0" presId="urn:microsoft.com/office/officeart/2005/8/layout/hierarchy1"/>
    <dgm:cxn modelId="{699DEBA6-CDBF-418D-86F7-B0128534E4EE}" type="presParOf" srcId="{00259E79-52D9-4C96-A5E2-5BECB51CD9DA}" destId="{5C6D1243-3CCE-4263-B971-924882389410}" srcOrd="0" destOrd="0" presId="urn:microsoft.com/office/officeart/2005/8/layout/hierarchy1"/>
    <dgm:cxn modelId="{C4A28B0A-E268-4D66-BD8F-414A4D2E3FEF}" type="presParOf" srcId="{00259E79-52D9-4C96-A5E2-5BECB51CD9DA}" destId="{DBC9817B-6FB1-47DE-8695-CF0704CEE0E7}" srcOrd="1" destOrd="0" presId="urn:microsoft.com/office/officeart/2005/8/layout/hierarchy1"/>
    <dgm:cxn modelId="{5D49C47B-9D3C-4623-8673-C509DD2D044F}" type="presParOf" srcId="{9ACCD2AC-B195-48F1-A573-AF03C55D3825}" destId="{33E0BAD5-194A-4CDA-B38E-EEBBA9637AA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53A4B-C5E1-4909-9DEB-C42D3A7D41AF}">
      <dsp:nvSpPr>
        <dsp:cNvPr id="0" name=""/>
        <dsp:cNvSpPr/>
      </dsp:nvSpPr>
      <dsp:spPr>
        <a:xfrm>
          <a:off x="1333" y="1064333"/>
          <a:ext cx="3121474" cy="1560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OSTEP</a:t>
          </a:r>
          <a:r>
            <a:rPr lang="ja-JP" sz="1800" kern="1200"/>
            <a:t>を第</a:t>
          </a:r>
          <a:r>
            <a:rPr lang="en-US" sz="1800" kern="1200"/>
            <a:t>1~16</a:t>
          </a:r>
          <a:r>
            <a:rPr lang="ja-JP" sz="1800" kern="1200"/>
            <a:t>章まで学習した</a:t>
          </a:r>
          <a:endParaRPr lang="en-US" sz="1800" kern="1200"/>
        </a:p>
      </dsp:txBody>
      <dsp:txXfrm>
        <a:off x="47045" y="1110045"/>
        <a:ext cx="3030050" cy="1469313"/>
      </dsp:txXfrm>
    </dsp:sp>
    <dsp:sp modelId="{94ED8689-D119-4C36-B566-F7C09A0F931E}">
      <dsp:nvSpPr>
        <dsp:cNvPr id="0" name=""/>
        <dsp:cNvSpPr/>
      </dsp:nvSpPr>
      <dsp:spPr>
        <a:xfrm>
          <a:off x="3903177" y="1064333"/>
          <a:ext cx="3121474" cy="1560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800" kern="1200"/>
            <a:t>プロセス、スケジューリング、並行性、などを理解した</a:t>
          </a:r>
          <a:endParaRPr lang="en-US" sz="1800" kern="1200"/>
        </a:p>
      </dsp:txBody>
      <dsp:txXfrm>
        <a:off x="3948889" y="1110045"/>
        <a:ext cx="3030050" cy="1469313"/>
      </dsp:txXfrm>
    </dsp:sp>
    <dsp:sp modelId="{AF3BE72B-4A8C-4EF0-826D-57FA93412B19}">
      <dsp:nvSpPr>
        <dsp:cNvPr id="0" name=""/>
        <dsp:cNvSpPr/>
      </dsp:nvSpPr>
      <dsp:spPr>
        <a:xfrm>
          <a:off x="7805020" y="1064333"/>
          <a:ext cx="3121474" cy="1560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800" kern="1200"/>
            <a:t>プログラムの実行に伴うプロセスの状態の変化を実装し観察した</a:t>
          </a:r>
          <a:r>
            <a:rPr lang="en-US" sz="1800" kern="1200"/>
            <a:t>(CPU</a:t>
          </a:r>
          <a:r>
            <a:rPr lang="ja-JP" sz="1800" kern="1200"/>
            <a:t>と</a:t>
          </a:r>
          <a:r>
            <a:rPr lang="en-US" sz="1800" kern="1200"/>
            <a:t>	I/O</a:t>
          </a:r>
          <a:r>
            <a:rPr lang="ja-JP" sz="1800" kern="1200"/>
            <a:t>について</a:t>
          </a:r>
          <a:r>
            <a:rPr lang="en-US" sz="1800" kern="1200"/>
            <a:t>)</a:t>
          </a:r>
        </a:p>
      </dsp:txBody>
      <dsp:txXfrm>
        <a:off x="7850732" y="1110045"/>
        <a:ext cx="3030050" cy="14693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9ADCE8-5857-405C-BE57-C9926993D3FD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2178FE-F03D-4400-AC80-D1A09B79C5E8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4200" kern="1200"/>
            <a:t>プロセス実行と状態の変化</a:t>
          </a:r>
          <a:endParaRPr lang="en-US" sz="4200" kern="1200"/>
        </a:p>
      </dsp:txBody>
      <dsp:txXfrm>
        <a:off x="608661" y="692298"/>
        <a:ext cx="4508047" cy="2799040"/>
      </dsp:txXfrm>
    </dsp:sp>
    <dsp:sp modelId="{AEF38BED-DC71-469F-8FCA-484EADC02291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CF8E1A-797E-4AA6-A997-A5FCB42B7818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CPU/I/O</a:t>
          </a:r>
          <a:r>
            <a:rPr lang="ja-JP" sz="4200" kern="1200"/>
            <a:t>の動作をシミュレーション</a:t>
          </a:r>
          <a:endParaRPr lang="en-US" sz="4200" kern="1200"/>
        </a:p>
      </dsp:txBody>
      <dsp:txXfrm>
        <a:off x="6331365" y="692298"/>
        <a:ext cx="4508047" cy="27990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4465E2-912F-44AA-96F0-47EDDFE4D13E}">
      <dsp:nvSpPr>
        <dsp:cNvPr id="0" name=""/>
        <dsp:cNvSpPr/>
      </dsp:nvSpPr>
      <dsp:spPr>
        <a:xfrm>
          <a:off x="853" y="21822"/>
          <a:ext cx="3457633" cy="41491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600" kern="1200"/>
            <a:t>プロセスとスケジューリングについて</a:t>
          </a:r>
          <a:endParaRPr lang="en-US" sz="2600" kern="1200"/>
        </a:p>
      </dsp:txBody>
      <dsp:txXfrm>
        <a:off x="853" y="1681486"/>
        <a:ext cx="3457633" cy="2489496"/>
      </dsp:txXfrm>
    </dsp:sp>
    <dsp:sp modelId="{2B4E15CB-8698-4EB5-961B-0F8C1008DBCE}">
      <dsp:nvSpPr>
        <dsp:cNvPr id="0" name=""/>
        <dsp:cNvSpPr/>
      </dsp:nvSpPr>
      <dsp:spPr>
        <a:xfrm>
          <a:off x="853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53" y="21822"/>
        <a:ext cx="3457633" cy="1659664"/>
      </dsp:txXfrm>
    </dsp:sp>
    <dsp:sp modelId="{4C5FE48D-B7DB-4A5F-BE3F-B0351534FCC9}">
      <dsp:nvSpPr>
        <dsp:cNvPr id="0" name=""/>
        <dsp:cNvSpPr/>
      </dsp:nvSpPr>
      <dsp:spPr>
        <a:xfrm>
          <a:off x="3735097" y="21822"/>
          <a:ext cx="3457633" cy="41491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600" kern="1200"/>
            <a:t>アドレス空間</a:t>
          </a:r>
          <a:endParaRPr lang="en-US" sz="2600" kern="1200"/>
        </a:p>
      </dsp:txBody>
      <dsp:txXfrm>
        <a:off x="3735097" y="1681486"/>
        <a:ext cx="3457633" cy="2489496"/>
      </dsp:txXfrm>
    </dsp:sp>
    <dsp:sp modelId="{3AC8D2AC-5EA3-4BDA-9804-5ACAA849925F}">
      <dsp:nvSpPr>
        <dsp:cNvPr id="0" name=""/>
        <dsp:cNvSpPr/>
      </dsp:nvSpPr>
      <dsp:spPr>
        <a:xfrm>
          <a:off x="3735097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35097" y="21822"/>
        <a:ext cx="3457633" cy="1659664"/>
      </dsp:txXfrm>
    </dsp:sp>
    <dsp:sp modelId="{2F8AB513-12D5-4B58-867E-64778EA143A8}">
      <dsp:nvSpPr>
        <dsp:cNvPr id="0" name=""/>
        <dsp:cNvSpPr/>
      </dsp:nvSpPr>
      <dsp:spPr>
        <a:xfrm>
          <a:off x="7469341" y="21822"/>
          <a:ext cx="3457633" cy="41491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600" kern="1200"/>
            <a:t>マルチプロセッサスケジューリング</a:t>
          </a:r>
          <a:endParaRPr lang="en-US" sz="2600" kern="1200"/>
        </a:p>
      </dsp:txBody>
      <dsp:txXfrm>
        <a:off x="7469341" y="1681486"/>
        <a:ext cx="3457633" cy="2489496"/>
      </dsp:txXfrm>
    </dsp:sp>
    <dsp:sp modelId="{CEFF104D-6590-418A-ACA1-7F6BBF64200F}">
      <dsp:nvSpPr>
        <dsp:cNvPr id="0" name=""/>
        <dsp:cNvSpPr/>
      </dsp:nvSpPr>
      <dsp:spPr>
        <a:xfrm>
          <a:off x="7469341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69341" y="21822"/>
        <a:ext cx="3457633" cy="16596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2D9072-EB45-41BA-B30F-A93CF88AD692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683C91-872E-4510-A2CD-765B6CBA1276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3300" kern="1200"/>
            <a:t>・</a:t>
          </a:r>
          <a:r>
            <a:rPr lang="en-US" sz="3300" kern="1200"/>
            <a:t>SWITCH_ON_END </a:t>
          </a:r>
          <a:r>
            <a:rPr lang="ja-JP" sz="3300" kern="1200"/>
            <a:t>や </a:t>
          </a:r>
          <a:r>
            <a:rPr lang="en-US" sz="3300" kern="1200"/>
            <a:t>SWITCH_ON_IO</a:t>
          </a:r>
          <a:r>
            <a:rPr lang="ja-JP" sz="3300" kern="1200"/>
            <a:t>などの切り替えの条件の複雑化</a:t>
          </a:r>
          <a:endParaRPr lang="en-US" sz="3300" kern="1200"/>
        </a:p>
      </dsp:txBody>
      <dsp:txXfrm>
        <a:off x="608661" y="692298"/>
        <a:ext cx="4508047" cy="2799040"/>
      </dsp:txXfrm>
    </dsp:sp>
    <dsp:sp modelId="{5C6D1243-3CCE-4263-B971-924882389410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C9817B-6FB1-47DE-8695-CF0704CEE0E7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3300" kern="1200"/>
            <a:t>・</a:t>
          </a:r>
          <a:r>
            <a:rPr lang="en-US" sz="3300" kern="1200"/>
            <a:t>OSTEP</a:t>
          </a:r>
          <a:r>
            <a:rPr lang="ja-JP" sz="3300" kern="1200"/>
            <a:t>をすべて読み学び、知識を深めていきたい</a:t>
          </a:r>
          <a:endParaRPr lang="en-US" sz="3300" kern="1200"/>
        </a:p>
      </dsp:txBody>
      <dsp:txXfrm>
        <a:off x="6331365" y="692298"/>
        <a:ext cx="4508047" cy="2799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084252-83C3-E251-19C0-A49E6606FD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D7C09A6-6895-A75E-EC0B-CE7651C7C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50BAC9-7E67-402E-69E8-ED4A0C902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2F59E6-CC62-593A-B0A1-ED59D918A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D1E005-E5A0-2476-96B8-B92E96FA1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765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3C50CD-AEAD-6745-3D56-8BA00E1D5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690472-E630-9F6A-FFD5-95895DC0F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D71C2E-41C3-1568-6CC0-EE1083BFC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5FEF1-F1A5-E788-E02F-4CAB7DD2B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D84482-F3AE-FAA5-81EB-32D485A4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736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F152D3-E871-F032-3295-514BE5612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0A62DF7-07D3-7D2D-0EFA-5AB284AF1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B9B820-6732-4789-0A5C-37C207A43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63FE36-7F29-151A-2B31-184A986CB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60F539-5E11-0C1F-B2E8-33CD6A291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3679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154552-37A3-7F1C-AF62-1C1EAFD97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DDB2CD-8FB6-7571-F415-4447CB64F5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AF3A8C4-40FC-9695-0376-4830DE69A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8B5F2D-F3F5-6365-879B-82DA4AFBE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547C717-5049-638A-C68F-4DAB33B5D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5868E0-CA22-1B8F-0E5D-778D70BCD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8106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873929-1B83-580D-F9F4-C741EA81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648178-F7F8-92BB-8F46-8FE8F9682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DF6FDC9-B2B2-5D6B-9DD9-139E4ACFB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AE3CCA4-B7A4-E786-FFB0-EAD26C51A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5200820-A103-BF9F-B138-F617E0B39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BEB3855-24F8-5D7C-0A94-60BD829BC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9/22/2025</a:t>
            </a:fld>
            <a:endParaRPr 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6DA56BB-B38C-6BBC-9112-7FF1C23A9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ABC68B4-E89E-44F8-5F83-EFB114F4D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6659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504E6A-71D5-E881-D1A4-DC8A022B4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5DAEA4B-7B4C-5F7E-05C3-A7A7DFF43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9/22/2025</a:t>
            </a:fld>
            <a:endParaRPr 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E779D7A-329B-27A9-8D12-B392B04F1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E3A8BF1-9D28-F8F6-BCE7-7498CD4E7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12636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AB15076-8BE7-EB0C-8640-C370896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9/22/2025</a:t>
            </a:fld>
            <a:endParaRPr 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83F0E58-E40D-43E5-9EB0-45B57FFED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7CE0A9-3E83-FD61-950E-C766D9172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96504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D87FEF-B953-A8CB-223F-C7605D0D8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2A7B51-953B-BC48-BD15-2B8950CFE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4D2B42E-6EE0-DA44-2F36-302108F81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74BCEB-03A5-31BF-66BB-B2A34B229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833DD3C-97A4-1C41-EB5F-23B6475F8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D032CE9-3812-6AF0-7953-68723E9F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896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B466BE-83EF-26C6-D16A-49513514D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05573A6-C5E5-7D8B-DA35-CFF574775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8D1212C-3F51-E22E-0591-193C6FFE8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DD5432-BBA4-1E8A-60A4-D4C336983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5372AA-FAD5-DB1E-69B2-4BAF2AFBC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963525-88F3-A0B2-290E-69054692E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1603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57EBBB-7D84-74D4-38A5-55335D44A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63654F6-3E8A-D193-2FEC-A11A205B3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07294A-3B32-2B7B-32B7-624D57964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A80E78-1308-69C7-488E-C62A89C1A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496FA0-A27F-4F72-97E7-C1C4F181E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8123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F5FE5A4-0D94-CCB6-D5A8-F6E814ACCC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10C5D16-221D-8736-9CBD-2F222495C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8852A0-14E8-40A3-2889-02693A0EE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D1F269-2BD6-B0BA-EAAE-162F311DD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3E4B13-E0EB-786B-ABA4-36DDC25EF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38915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6B1E92B-B02F-D540-06C7-958505352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64AB8E-C1E0-8EE8-1ACE-8EBB8250B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2177B6-E2CA-214D-1817-DBD5995CA8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4187D5-3BBE-E67D-5B52-8A0C11390C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82DC2B-9A97-2866-CCB4-07A512DB0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742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3E0AAE3-1DE8-488E-6E0B-8DD067ECB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kumimoji="1" lang="ja-JP" altLang="en-US" sz="4800">
                <a:solidFill>
                  <a:srgbClr val="FFFFFF"/>
                </a:solidFill>
              </a:rPr>
              <a:t>夏休み課題　研究室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9CBC7C2-4BCB-4CA3-0522-FD76B51A0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kumimoji="1" lang="en-US" altLang="ja-JP"/>
              <a:t>2023TS030 </a:t>
            </a:r>
            <a:r>
              <a:rPr kumimoji="1" lang="ja-JP" altLang="en-US"/>
              <a:t>川瀬　翔大</a:t>
            </a:r>
          </a:p>
        </p:txBody>
      </p:sp>
    </p:spTree>
    <p:extLst>
      <p:ext uri="{BB962C8B-B14F-4D97-AF65-F5344CB8AC3E}">
        <p14:creationId xmlns:p14="http://schemas.microsoft.com/office/powerpoint/2010/main" val="3709827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5BC85F1-0E2E-AB30-7F0A-DF5FCA2F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kumimoji="1" lang="en-US" altLang="ja-JP" sz="4000">
                <a:solidFill>
                  <a:srgbClr val="FFFFFF"/>
                </a:solidFill>
              </a:rPr>
              <a:t>1.</a:t>
            </a:r>
            <a:r>
              <a:rPr kumimoji="1" lang="ja-JP" altLang="en-US" sz="4000">
                <a:solidFill>
                  <a:srgbClr val="FFFFFF"/>
                </a:solidFill>
              </a:rPr>
              <a:t>課題のテーマと背景</a:t>
            </a:r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04C311AF-F5F6-C848-B03B-B2BF93B4B8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5818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9699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B3BCE-4701-1B94-F966-EFACC9A4C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altLang="ja-JP" sz="4000">
                <a:solidFill>
                  <a:srgbClr val="FFFFFF"/>
                </a:solidFill>
              </a:rPr>
              <a:t>2.</a:t>
            </a:r>
            <a:r>
              <a:rPr lang="ja-JP" altLang="en-US" sz="4000">
                <a:solidFill>
                  <a:srgbClr val="FFFFFF"/>
                </a:solidFill>
              </a:rPr>
              <a:t>実施した取り組み</a:t>
            </a:r>
            <a:endParaRPr kumimoji="1" lang="ja-JP" alt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633377C2-3510-D058-AFB1-4B9BA68A17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17507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7812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2C3729-F465-07A0-B7BD-B508E6CBC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ja-JP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プロセス実行の状態の変化</a:t>
            </a:r>
          </a:p>
        </p:txBody>
      </p:sp>
      <p:pic>
        <p:nvPicPr>
          <p:cNvPr id="5" name="コンテンツ プレースホルダー 4" descr="テーブ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A2A13142-07DD-A474-CDF3-1F6389735C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592894"/>
            <a:ext cx="7225748" cy="567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763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EF64291-8DBE-3027-F8EF-9967070A2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kumimoji="1" lang="en-US" altLang="ja-JP" sz="4000">
                <a:solidFill>
                  <a:srgbClr val="FFFFFF"/>
                </a:solidFill>
              </a:rPr>
              <a:t>3.</a:t>
            </a:r>
            <a:r>
              <a:rPr kumimoji="1" lang="ja-JP" altLang="en-US" sz="4000">
                <a:solidFill>
                  <a:srgbClr val="FFFFFF"/>
                </a:solidFill>
              </a:rPr>
              <a:t>学習の成果・理解ポイント</a:t>
            </a:r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68445616-0DBC-1623-465F-DA3640D079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770299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1640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D8F2234-A499-C210-8D13-16B725F82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kumimoji="1" lang="ja-JP" altLang="en-US" sz="4000" dirty="0">
                <a:solidFill>
                  <a:srgbClr val="FFFFFF"/>
                </a:solidFill>
              </a:rPr>
              <a:t>今後の課題</a:t>
            </a:r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CB846883-28BC-BC7D-C0B7-D404AEB4A9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155623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2349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0FDC9D-BBF8-C9A5-873E-81F5D8E68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E17E11-8D0E-65CF-A8AE-71A236DC4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872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FD3D90-CC72-D501-FA05-DAA35BB7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DE58D0-74A6-DD8A-B7A5-B329BA6B6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9275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133</Words>
  <Application>Microsoft Office PowerPoint</Application>
  <PresentationFormat>ワイド画面</PresentationFormat>
  <Paragraphs>20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夏休み課題　研究室</vt:lpstr>
      <vt:lpstr>1.課題のテーマと背景</vt:lpstr>
      <vt:lpstr>2.実施した取り組み</vt:lpstr>
      <vt:lpstr>プロセス実行の状態の変化</vt:lpstr>
      <vt:lpstr>3.学習の成果・理解ポイント</vt:lpstr>
      <vt:lpstr>今後の課題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23ts030</dc:creator>
  <cp:lastModifiedBy>23ts030</cp:lastModifiedBy>
  <cp:revision>2</cp:revision>
  <dcterms:created xsi:type="dcterms:W3CDTF">2025-09-21T20:22:03Z</dcterms:created>
  <dcterms:modified xsi:type="dcterms:W3CDTF">2025-09-21T20:45:24Z</dcterms:modified>
</cp:coreProperties>
</file>