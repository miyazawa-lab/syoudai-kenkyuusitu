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5521BA-CE00-4AFB-9ECC-C146180F4A6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20874F-6E29-4504-8A92-4D445BD01FF1}">
      <dgm:prSet/>
      <dgm:spPr/>
      <dgm:t>
        <a:bodyPr/>
        <a:lstStyle/>
        <a:p>
          <a:r>
            <a:rPr lang="ja-JP" dirty="0"/>
            <a:t>アプリケーションを実行するための実行環境をパッケージ化した技術</a:t>
          </a:r>
          <a:endParaRPr lang="en-US" dirty="0"/>
        </a:p>
      </dgm:t>
    </dgm:pt>
    <dgm:pt modelId="{FF0F9413-2D03-47F1-8C12-237BF45C9561}" type="parTrans" cxnId="{AA3F2F22-90F4-4BE3-8B99-F08700D04102}">
      <dgm:prSet/>
      <dgm:spPr/>
      <dgm:t>
        <a:bodyPr/>
        <a:lstStyle/>
        <a:p>
          <a:endParaRPr lang="en-US"/>
        </a:p>
      </dgm:t>
    </dgm:pt>
    <dgm:pt modelId="{79C0EFE4-339C-4852-A256-5F2B230F2F13}" type="sibTrans" cxnId="{AA3F2F22-90F4-4BE3-8B99-F08700D04102}">
      <dgm:prSet/>
      <dgm:spPr/>
      <dgm:t>
        <a:bodyPr/>
        <a:lstStyle/>
        <a:p>
          <a:endParaRPr lang="en-US"/>
        </a:p>
      </dgm:t>
    </dgm:pt>
    <dgm:pt modelId="{92554AC7-CE0E-4D36-8E09-FDDFEF9A6599}">
      <dgm:prSet/>
      <dgm:spPr/>
      <dgm:t>
        <a:bodyPr/>
        <a:lstStyle/>
        <a:p>
          <a:r>
            <a:rPr lang="ja-JP" dirty="0"/>
            <a:t>コンテナを使うことでアプリケーションの環境に依存せず、どんな環境でも同じように動作させることができる</a:t>
          </a:r>
          <a:endParaRPr lang="en-US" dirty="0"/>
        </a:p>
      </dgm:t>
    </dgm:pt>
    <dgm:pt modelId="{95C860FB-E03A-4264-AB53-A6497328BD85}" type="parTrans" cxnId="{8D24840C-2FED-497B-8AB4-308F10A46663}">
      <dgm:prSet/>
      <dgm:spPr/>
      <dgm:t>
        <a:bodyPr/>
        <a:lstStyle/>
        <a:p>
          <a:endParaRPr lang="en-US"/>
        </a:p>
      </dgm:t>
    </dgm:pt>
    <dgm:pt modelId="{84232AD5-C0F4-410B-9D39-945544939772}" type="sibTrans" cxnId="{8D24840C-2FED-497B-8AB4-308F10A46663}">
      <dgm:prSet/>
      <dgm:spPr/>
      <dgm:t>
        <a:bodyPr/>
        <a:lstStyle/>
        <a:p>
          <a:endParaRPr lang="en-US"/>
        </a:p>
      </dgm:t>
    </dgm:pt>
    <dgm:pt modelId="{3D41B6F2-F073-4515-856C-7C109E5B6F69}" type="pres">
      <dgm:prSet presAssocID="{705521BA-CE00-4AFB-9ECC-C146180F4A6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46F7297-F646-49A0-AFAE-7FD3439B7A72}" type="pres">
      <dgm:prSet presAssocID="{F520874F-6E29-4504-8A92-4D445BD01FF1}" presName="hierRoot1" presStyleCnt="0"/>
      <dgm:spPr/>
    </dgm:pt>
    <dgm:pt modelId="{A043C822-AAC8-4560-90AC-29BF8CDAC50B}" type="pres">
      <dgm:prSet presAssocID="{F520874F-6E29-4504-8A92-4D445BD01FF1}" presName="composite" presStyleCnt="0"/>
      <dgm:spPr/>
    </dgm:pt>
    <dgm:pt modelId="{9E2D4ED6-7ED9-4229-A0C5-90F492D20825}" type="pres">
      <dgm:prSet presAssocID="{F520874F-6E29-4504-8A92-4D445BD01FF1}" presName="background" presStyleLbl="node0" presStyleIdx="0" presStyleCnt="2"/>
      <dgm:spPr/>
    </dgm:pt>
    <dgm:pt modelId="{ED99F4B7-CA4B-4478-949D-9DACACC1BA6B}" type="pres">
      <dgm:prSet presAssocID="{F520874F-6E29-4504-8A92-4D445BD01FF1}" presName="text" presStyleLbl="fgAcc0" presStyleIdx="0" presStyleCnt="2">
        <dgm:presLayoutVars>
          <dgm:chPref val="3"/>
        </dgm:presLayoutVars>
      </dgm:prSet>
      <dgm:spPr/>
    </dgm:pt>
    <dgm:pt modelId="{A57390CC-1A1E-41F7-9557-83CA635F44F1}" type="pres">
      <dgm:prSet presAssocID="{F520874F-6E29-4504-8A92-4D445BD01FF1}" presName="hierChild2" presStyleCnt="0"/>
      <dgm:spPr/>
    </dgm:pt>
    <dgm:pt modelId="{D6D0A7BA-BE7C-4CF9-AA76-A3A3C080FA75}" type="pres">
      <dgm:prSet presAssocID="{92554AC7-CE0E-4D36-8E09-FDDFEF9A6599}" presName="hierRoot1" presStyleCnt="0"/>
      <dgm:spPr/>
    </dgm:pt>
    <dgm:pt modelId="{C4499A8B-D9C5-4F9C-B374-9DAC1E462691}" type="pres">
      <dgm:prSet presAssocID="{92554AC7-CE0E-4D36-8E09-FDDFEF9A6599}" presName="composite" presStyleCnt="0"/>
      <dgm:spPr/>
    </dgm:pt>
    <dgm:pt modelId="{CAC3F651-C57A-4754-8C30-CB20F2B418FF}" type="pres">
      <dgm:prSet presAssocID="{92554AC7-CE0E-4D36-8E09-FDDFEF9A6599}" presName="background" presStyleLbl="node0" presStyleIdx="1" presStyleCnt="2"/>
      <dgm:spPr/>
    </dgm:pt>
    <dgm:pt modelId="{84EB5170-EA5C-4BFF-A6E6-69470B5A2F84}" type="pres">
      <dgm:prSet presAssocID="{92554AC7-CE0E-4D36-8E09-FDDFEF9A6599}" presName="text" presStyleLbl="fgAcc0" presStyleIdx="1" presStyleCnt="2">
        <dgm:presLayoutVars>
          <dgm:chPref val="3"/>
        </dgm:presLayoutVars>
      </dgm:prSet>
      <dgm:spPr/>
    </dgm:pt>
    <dgm:pt modelId="{5CE3476E-4333-41A3-90B6-E705763A1AD4}" type="pres">
      <dgm:prSet presAssocID="{92554AC7-CE0E-4D36-8E09-FDDFEF9A6599}" presName="hierChild2" presStyleCnt="0"/>
      <dgm:spPr/>
    </dgm:pt>
  </dgm:ptLst>
  <dgm:cxnLst>
    <dgm:cxn modelId="{8D24840C-2FED-497B-8AB4-308F10A46663}" srcId="{705521BA-CE00-4AFB-9ECC-C146180F4A66}" destId="{92554AC7-CE0E-4D36-8E09-FDDFEF9A6599}" srcOrd="1" destOrd="0" parTransId="{95C860FB-E03A-4264-AB53-A6497328BD85}" sibTransId="{84232AD5-C0F4-410B-9D39-945544939772}"/>
    <dgm:cxn modelId="{AA3F2F22-90F4-4BE3-8B99-F08700D04102}" srcId="{705521BA-CE00-4AFB-9ECC-C146180F4A66}" destId="{F520874F-6E29-4504-8A92-4D445BD01FF1}" srcOrd="0" destOrd="0" parTransId="{FF0F9413-2D03-47F1-8C12-237BF45C9561}" sibTransId="{79C0EFE4-339C-4852-A256-5F2B230F2F13}"/>
    <dgm:cxn modelId="{313F0134-2AAD-4DD2-A409-55282B7A475F}" type="presOf" srcId="{F520874F-6E29-4504-8A92-4D445BD01FF1}" destId="{ED99F4B7-CA4B-4478-949D-9DACACC1BA6B}" srcOrd="0" destOrd="0" presId="urn:microsoft.com/office/officeart/2005/8/layout/hierarchy1"/>
    <dgm:cxn modelId="{2BE823BB-1F7C-41BA-AA3F-BF75E0A89368}" type="presOf" srcId="{92554AC7-CE0E-4D36-8E09-FDDFEF9A6599}" destId="{84EB5170-EA5C-4BFF-A6E6-69470B5A2F84}" srcOrd="0" destOrd="0" presId="urn:microsoft.com/office/officeart/2005/8/layout/hierarchy1"/>
    <dgm:cxn modelId="{29AD70CC-131D-488C-AD13-83F7EAEDF8B0}" type="presOf" srcId="{705521BA-CE00-4AFB-9ECC-C146180F4A66}" destId="{3D41B6F2-F073-4515-856C-7C109E5B6F69}" srcOrd="0" destOrd="0" presId="urn:microsoft.com/office/officeart/2005/8/layout/hierarchy1"/>
    <dgm:cxn modelId="{56E85C57-6E47-47E5-9A7F-025208F1A081}" type="presParOf" srcId="{3D41B6F2-F073-4515-856C-7C109E5B6F69}" destId="{F46F7297-F646-49A0-AFAE-7FD3439B7A72}" srcOrd="0" destOrd="0" presId="urn:microsoft.com/office/officeart/2005/8/layout/hierarchy1"/>
    <dgm:cxn modelId="{2DF27768-9D8F-4249-991B-DF8D1FA2EA4B}" type="presParOf" srcId="{F46F7297-F646-49A0-AFAE-7FD3439B7A72}" destId="{A043C822-AAC8-4560-90AC-29BF8CDAC50B}" srcOrd="0" destOrd="0" presId="urn:microsoft.com/office/officeart/2005/8/layout/hierarchy1"/>
    <dgm:cxn modelId="{C902C801-B912-48AB-9015-E7C0D035C76A}" type="presParOf" srcId="{A043C822-AAC8-4560-90AC-29BF8CDAC50B}" destId="{9E2D4ED6-7ED9-4229-A0C5-90F492D20825}" srcOrd="0" destOrd="0" presId="urn:microsoft.com/office/officeart/2005/8/layout/hierarchy1"/>
    <dgm:cxn modelId="{FFFAE0B5-37F9-403D-996C-C36486ED38EB}" type="presParOf" srcId="{A043C822-AAC8-4560-90AC-29BF8CDAC50B}" destId="{ED99F4B7-CA4B-4478-949D-9DACACC1BA6B}" srcOrd="1" destOrd="0" presId="urn:microsoft.com/office/officeart/2005/8/layout/hierarchy1"/>
    <dgm:cxn modelId="{AA7F3BDD-02C1-4D1A-9817-43DC5ED65ADD}" type="presParOf" srcId="{F46F7297-F646-49A0-AFAE-7FD3439B7A72}" destId="{A57390CC-1A1E-41F7-9557-83CA635F44F1}" srcOrd="1" destOrd="0" presId="urn:microsoft.com/office/officeart/2005/8/layout/hierarchy1"/>
    <dgm:cxn modelId="{6EDBE3F2-2350-4DB4-B3F6-878399EED2DA}" type="presParOf" srcId="{3D41B6F2-F073-4515-856C-7C109E5B6F69}" destId="{D6D0A7BA-BE7C-4CF9-AA76-A3A3C080FA75}" srcOrd="1" destOrd="0" presId="urn:microsoft.com/office/officeart/2005/8/layout/hierarchy1"/>
    <dgm:cxn modelId="{2269AB7F-1E52-42EA-B74B-AFDB4524DEBC}" type="presParOf" srcId="{D6D0A7BA-BE7C-4CF9-AA76-A3A3C080FA75}" destId="{C4499A8B-D9C5-4F9C-B374-9DAC1E462691}" srcOrd="0" destOrd="0" presId="urn:microsoft.com/office/officeart/2005/8/layout/hierarchy1"/>
    <dgm:cxn modelId="{BF82A863-6B53-4B33-9F30-7737BAE26B5C}" type="presParOf" srcId="{C4499A8B-D9C5-4F9C-B374-9DAC1E462691}" destId="{CAC3F651-C57A-4754-8C30-CB20F2B418FF}" srcOrd="0" destOrd="0" presId="urn:microsoft.com/office/officeart/2005/8/layout/hierarchy1"/>
    <dgm:cxn modelId="{6472D61A-6C2C-4EF3-AB6D-635453A512F9}" type="presParOf" srcId="{C4499A8B-D9C5-4F9C-B374-9DAC1E462691}" destId="{84EB5170-EA5C-4BFF-A6E6-69470B5A2F84}" srcOrd="1" destOrd="0" presId="urn:microsoft.com/office/officeart/2005/8/layout/hierarchy1"/>
    <dgm:cxn modelId="{BD69BF3A-F26D-4461-AF6B-EF98DD65D42D}" type="presParOf" srcId="{D6D0A7BA-BE7C-4CF9-AA76-A3A3C080FA75}" destId="{5CE3476E-4333-41A3-90B6-E705763A1AD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1C3322-4020-4D6F-B06B-3C0CF47F4BF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F310CA-D31B-41A5-9BAF-8A53C7863E9D}">
      <dgm:prSet/>
      <dgm:spPr/>
      <dgm:t>
        <a:bodyPr/>
        <a:lstStyle/>
        <a:p>
          <a:r>
            <a:rPr kumimoji="1" lang="ja-JP"/>
            <a:t>持ち運びがしやすい</a:t>
          </a:r>
          <a:endParaRPr lang="en-US"/>
        </a:p>
      </dgm:t>
    </dgm:pt>
    <dgm:pt modelId="{215D0E31-B2E8-45FF-830A-53EE98223084}" type="parTrans" cxnId="{2ED2FD9A-26EB-47B2-AA5C-DAEE89C20001}">
      <dgm:prSet/>
      <dgm:spPr/>
      <dgm:t>
        <a:bodyPr/>
        <a:lstStyle/>
        <a:p>
          <a:endParaRPr lang="en-US"/>
        </a:p>
      </dgm:t>
    </dgm:pt>
    <dgm:pt modelId="{B41A836E-A7E0-435C-A15E-C23064382727}" type="sibTrans" cxnId="{2ED2FD9A-26EB-47B2-AA5C-DAEE89C20001}">
      <dgm:prSet/>
      <dgm:spPr/>
      <dgm:t>
        <a:bodyPr/>
        <a:lstStyle/>
        <a:p>
          <a:endParaRPr lang="en-US"/>
        </a:p>
      </dgm:t>
    </dgm:pt>
    <dgm:pt modelId="{2A8B8D7F-8C28-4EBA-A728-69585F2F5803}">
      <dgm:prSet/>
      <dgm:spPr/>
      <dgm:t>
        <a:bodyPr/>
        <a:lstStyle/>
        <a:p>
          <a:r>
            <a:rPr kumimoji="1" lang="ja-JP"/>
            <a:t>起動・処理を高速化</a:t>
          </a:r>
          <a:endParaRPr lang="en-US"/>
        </a:p>
      </dgm:t>
    </dgm:pt>
    <dgm:pt modelId="{B831361D-7D2F-4C31-8E24-B97AAFDF48E6}" type="parTrans" cxnId="{8ADC8C42-89FB-445B-9252-5D1E5E7292FF}">
      <dgm:prSet/>
      <dgm:spPr/>
      <dgm:t>
        <a:bodyPr/>
        <a:lstStyle/>
        <a:p>
          <a:endParaRPr lang="en-US"/>
        </a:p>
      </dgm:t>
    </dgm:pt>
    <dgm:pt modelId="{01C082E0-B65C-468B-99FB-0B2C50CB8DF8}" type="sibTrans" cxnId="{8ADC8C42-89FB-445B-9252-5D1E5E7292FF}">
      <dgm:prSet/>
      <dgm:spPr/>
      <dgm:t>
        <a:bodyPr/>
        <a:lstStyle/>
        <a:p>
          <a:endParaRPr lang="en-US"/>
        </a:p>
      </dgm:t>
    </dgm:pt>
    <dgm:pt modelId="{B508C09C-7A72-4830-B9AC-42FE67E291A8}">
      <dgm:prSet/>
      <dgm:spPr/>
      <dgm:t>
        <a:bodyPr/>
        <a:lstStyle/>
        <a:p>
          <a:r>
            <a:rPr kumimoji="1" lang="ja-JP"/>
            <a:t>バックパックへの切り替えを用意</a:t>
          </a:r>
          <a:endParaRPr lang="en-US"/>
        </a:p>
      </dgm:t>
    </dgm:pt>
    <dgm:pt modelId="{4835720C-68A3-4502-9804-6B248995E553}" type="parTrans" cxnId="{28A7BBDA-3F0E-40E8-90B7-06577A75EBC9}">
      <dgm:prSet/>
      <dgm:spPr/>
      <dgm:t>
        <a:bodyPr/>
        <a:lstStyle/>
        <a:p>
          <a:endParaRPr lang="en-US"/>
        </a:p>
      </dgm:t>
    </dgm:pt>
    <dgm:pt modelId="{113B94EB-EB16-4237-AF96-6AB159C8C3BE}" type="sibTrans" cxnId="{28A7BBDA-3F0E-40E8-90B7-06577A75EBC9}">
      <dgm:prSet/>
      <dgm:spPr/>
      <dgm:t>
        <a:bodyPr/>
        <a:lstStyle/>
        <a:p>
          <a:endParaRPr lang="en-US"/>
        </a:p>
      </dgm:t>
    </dgm:pt>
    <dgm:pt modelId="{4B33E830-9358-4895-A4E6-0E1B94799E7B}" type="pres">
      <dgm:prSet presAssocID="{8D1C3322-4020-4D6F-B06B-3C0CF47F4BFC}" presName="Name0" presStyleCnt="0">
        <dgm:presLayoutVars>
          <dgm:dir/>
          <dgm:animLvl val="lvl"/>
          <dgm:resizeHandles val="exact"/>
        </dgm:presLayoutVars>
      </dgm:prSet>
      <dgm:spPr/>
    </dgm:pt>
    <dgm:pt modelId="{F12F92F9-413E-4FD5-AE69-C569D98DB0A7}" type="pres">
      <dgm:prSet presAssocID="{2DF310CA-D31B-41A5-9BAF-8A53C7863E9D}" presName="linNode" presStyleCnt="0"/>
      <dgm:spPr/>
    </dgm:pt>
    <dgm:pt modelId="{FFC54146-E004-4867-A236-84B185B79B51}" type="pres">
      <dgm:prSet presAssocID="{2DF310CA-D31B-41A5-9BAF-8A53C7863E9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DE2B945-806E-4955-A2D0-48B7D0BD0D37}" type="pres">
      <dgm:prSet presAssocID="{B41A836E-A7E0-435C-A15E-C23064382727}" presName="sp" presStyleCnt="0"/>
      <dgm:spPr/>
    </dgm:pt>
    <dgm:pt modelId="{EFEFFD60-6AD4-429C-8E5C-945880201191}" type="pres">
      <dgm:prSet presAssocID="{2A8B8D7F-8C28-4EBA-A728-69585F2F5803}" presName="linNode" presStyleCnt="0"/>
      <dgm:spPr/>
    </dgm:pt>
    <dgm:pt modelId="{050C733F-5544-4F41-B791-93176557E657}" type="pres">
      <dgm:prSet presAssocID="{2A8B8D7F-8C28-4EBA-A728-69585F2F580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20D326A-4894-4CBF-97C5-C29D3714F3D2}" type="pres">
      <dgm:prSet presAssocID="{01C082E0-B65C-468B-99FB-0B2C50CB8DF8}" presName="sp" presStyleCnt="0"/>
      <dgm:spPr/>
    </dgm:pt>
    <dgm:pt modelId="{E94AA3CB-07B7-43F9-99B3-AB91F8A8282A}" type="pres">
      <dgm:prSet presAssocID="{B508C09C-7A72-4830-B9AC-42FE67E291A8}" presName="linNode" presStyleCnt="0"/>
      <dgm:spPr/>
    </dgm:pt>
    <dgm:pt modelId="{F50480FE-0AA7-4FEE-8CA4-7B6F32958D7E}" type="pres">
      <dgm:prSet presAssocID="{B508C09C-7A72-4830-B9AC-42FE67E291A8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8ADC8C42-89FB-445B-9252-5D1E5E7292FF}" srcId="{8D1C3322-4020-4D6F-B06B-3C0CF47F4BFC}" destId="{2A8B8D7F-8C28-4EBA-A728-69585F2F5803}" srcOrd="1" destOrd="0" parTransId="{B831361D-7D2F-4C31-8E24-B97AAFDF48E6}" sibTransId="{01C082E0-B65C-468B-99FB-0B2C50CB8DF8}"/>
    <dgm:cxn modelId="{54B74B46-C9A9-43A1-825C-FE93660CEC22}" type="presOf" srcId="{2A8B8D7F-8C28-4EBA-A728-69585F2F5803}" destId="{050C733F-5544-4F41-B791-93176557E657}" srcOrd="0" destOrd="0" presId="urn:microsoft.com/office/officeart/2005/8/layout/vList5"/>
    <dgm:cxn modelId="{2ED2FD9A-26EB-47B2-AA5C-DAEE89C20001}" srcId="{8D1C3322-4020-4D6F-B06B-3C0CF47F4BFC}" destId="{2DF310CA-D31B-41A5-9BAF-8A53C7863E9D}" srcOrd="0" destOrd="0" parTransId="{215D0E31-B2E8-45FF-830A-53EE98223084}" sibTransId="{B41A836E-A7E0-435C-A15E-C23064382727}"/>
    <dgm:cxn modelId="{29C2BAAE-25FD-4264-B49D-17A95C33015E}" type="presOf" srcId="{B508C09C-7A72-4830-B9AC-42FE67E291A8}" destId="{F50480FE-0AA7-4FEE-8CA4-7B6F32958D7E}" srcOrd="0" destOrd="0" presId="urn:microsoft.com/office/officeart/2005/8/layout/vList5"/>
    <dgm:cxn modelId="{FCF66BC8-D8B2-4DD5-B056-2A28A08ABB2F}" type="presOf" srcId="{2DF310CA-D31B-41A5-9BAF-8A53C7863E9D}" destId="{FFC54146-E004-4867-A236-84B185B79B51}" srcOrd="0" destOrd="0" presId="urn:microsoft.com/office/officeart/2005/8/layout/vList5"/>
    <dgm:cxn modelId="{28A7BBDA-3F0E-40E8-90B7-06577A75EBC9}" srcId="{8D1C3322-4020-4D6F-B06B-3C0CF47F4BFC}" destId="{B508C09C-7A72-4830-B9AC-42FE67E291A8}" srcOrd="2" destOrd="0" parTransId="{4835720C-68A3-4502-9804-6B248995E553}" sibTransId="{113B94EB-EB16-4237-AF96-6AB159C8C3BE}"/>
    <dgm:cxn modelId="{B42852ED-3CDB-40CE-9F8B-32381730B4E5}" type="presOf" srcId="{8D1C3322-4020-4D6F-B06B-3C0CF47F4BFC}" destId="{4B33E830-9358-4895-A4E6-0E1B94799E7B}" srcOrd="0" destOrd="0" presId="urn:microsoft.com/office/officeart/2005/8/layout/vList5"/>
    <dgm:cxn modelId="{87009B78-8F01-4555-8380-76303F655CF3}" type="presParOf" srcId="{4B33E830-9358-4895-A4E6-0E1B94799E7B}" destId="{F12F92F9-413E-4FD5-AE69-C569D98DB0A7}" srcOrd="0" destOrd="0" presId="urn:microsoft.com/office/officeart/2005/8/layout/vList5"/>
    <dgm:cxn modelId="{2B4725D1-2AE6-46D4-B019-E07C06BEC638}" type="presParOf" srcId="{F12F92F9-413E-4FD5-AE69-C569D98DB0A7}" destId="{FFC54146-E004-4867-A236-84B185B79B51}" srcOrd="0" destOrd="0" presId="urn:microsoft.com/office/officeart/2005/8/layout/vList5"/>
    <dgm:cxn modelId="{65BEB9C9-9254-486C-9982-FFF8255A9985}" type="presParOf" srcId="{4B33E830-9358-4895-A4E6-0E1B94799E7B}" destId="{ADE2B945-806E-4955-A2D0-48B7D0BD0D37}" srcOrd="1" destOrd="0" presId="urn:microsoft.com/office/officeart/2005/8/layout/vList5"/>
    <dgm:cxn modelId="{8925C89D-016A-48BD-97E8-A683CEAA3A89}" type="presParOf" srcId="{4B33E830-9358-4895-A4E6-0E1B94799E7B}" destId="{EFEFFD60-6AD4-429C-8E5C-945880201191}" srcOrd="2" destOrd="0" presId="urn:microsoft.com/office/officeart/2005/8/layout/vList5"/>
    <dgm:cxn modelId="{958D42FD-AC3B-49DB-B50B-553F4A5E0C03}" type="presParOf" srcId="{EFEFFD60-6AD4-429C-8E5C-945880201191}" destId="{050C733F-5544-4F41-B791-93176557E657}" srcOrd="0" destOrd="0" presId="urn:microsoft.com/office/officeart/2005/8/layout/vList5"/>
    <dgm:cxn modelId="{41C44EFA-C876-4D97-89BB-B7ACBA1344DA}" type="presParOf" srcId="{4B33E830-9358-4895-A4E6-0E1B94799E7B}" destId="{A20D326A-4894-4CBF-97C5-C29D3714F3D2}" srcOrd="3" destOrd="0" presId="urn:microsoft.com/office/officeart/2005/8/layout/vList5"/>
    <dgm:cxn modelId="{19616FA1-8039-4A5B-9E1E-72AA9073ECF5}" type="presParOf" srcId="{4B33E830-9358-4895-A4E6-0E1B94799E7B}" destId="{E94AA3CB-07B7-43F9-99B3-AB91F8A8282A}" srcOrd="4" destOrd="0" presId="urn:microsoft.com/office/officeart/2005/8/layout/vList5"/>
    <dgm:cxn modelId="{944C8B74-61E1-4CD2-90F8-6B9BB4B22CD2}" type="presParOf" srcId="{E94AA3CB-07B7-43F9-99B3-AB91F8A8282A}" destId="{F50480FE-0AA7-4FEE-8CA4-7B6F32958D7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E852A5-F8BE-4B4F-AA89-8CF601823391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FD6FAF5-8F80-40B4-8B89-D647C449B605}">
      <dgm:prSet/>
      <dgm:spPr/>
      <dgm:t>
        <a:bodyPr/>
        <a:lstStyle/>
        <a:p>
          <a:r>
            <a:rPr kumimoji="1" lang="ja-JP" dirty="0"/>
            <a:t>ホスト</a:t>
          </a:r>
          <a:r>
            <a:rPr kumimoji="1" lang="en-US" dirty="0"/>
            <a:t>OS</a:t>
          </a:r>
          <a:r>
            <a:rPr kumimoji="1" lang="ja-JP" dirty="0"/>
            <a:t>への依存が</a:t>
          </a:r>
          <a:r>
            <a:rPr kumimoji="1" lang="ja-JP" altLang="en-US" dirty="0"/>
            <a:t>心配</a:t>
          </a:r>
          <a:endParaRPr lang="en-US" dirty="0"/>
        </a:p>
      </dgm:t>
    </dgm:pt>
    <dgm:pt modelId="{101080F3-36FF-44A2-95C8-248C6A4220BB}" type="parTrans" cxnId="{06308BBB-6BA0-4998-B279-A1C03AD69C99}">
      <dgm:prSet/>
      <dgm:spPr/>
      <dgm:t>
        <a:bodyPr/>
        <a:lstStyle/>
        <a:p>
          <a:endParaRPr lang="en-US"/>
        </a:p>
      </dgm:t>
    </dgm:pt>
    <dgm:pt modelId="{9035EFCD-F1DC-400D-9F47-64B1A0106C93}" type="sibTrans" cxnId="{06308BBB-6BA0-4998-B279-A1C03AD69C99}">
      <dgm:prSet/>
      <dgm:spPr/>
      <dgm:t>
        <a:bodyPr/>
        <a:lstStyle/>
        <a:p>
          <a:endParaRPr lang="en-US"/>
        </a:p>
      </dgm:t>
    </dgm:pt>
    <dgm:pt modelId="{C4BE7F61-BF0D-40FE-A064-46FACE359D09}">
      <dgm:prSet/>
      <dgm:spPr/>
      <dgm:t>
        <a:bodyPr/>
        <a:lstStyle/>
        <a:p>
          <a:r>
            <a:rPr lang="ja-JP" dirty="0"/>
            <a:t>学習コストが高い</a:t>
          </a:r>
          <a:endParaRPr lang="en-US" dirty="0"/>
        </a:p>
      </dgm:t>
    </dgm:pt>
    <dgm:pt modelId="{6E017B7D-D69A-4671-9074-535C83053221}" type="parTrans" cxnId="{CC711EBB-98BF-419D-8931-8B7B5DE6D1D7}">
      <dgm:prSet/>
      <dgm:spPr/>
      <dgm:t>
        <a:bodyPr/>
        <a:lstStyle/>
        <a:p>
          <a:endParaRPr lang="en-US"/>
        </a:p>
      </dgm:t>
    </dgm:pt>
    <dgm:pt modelId="{7FCF35F3-8B52-4AEF-8EF2-C85564977409}" type="sibTrans" cxnId="{CC711EBB-98BF-419D-8931-8B7B5DE6D1D7}">
      <dgm:prSet/>
      <dgm:spPr/>
      <dgm:t>
        <a:bodyPr/>
        <a:lstStyle/>
        <a:p>
          <a:endParaRPr lang="en-US"/>
        </a:p>
      </dgm:t>
    </dgm:pt>
    <dgm:pt modelId="{04EFC515-13E8-4942-882E-8A95505FA95A}" type="pres">
      <dgm:prSet presAssocID="{9CE852A5-F8BE-4B4F-AA89-8CF601823391}" presName="Name0" presStyleCnt="0">
        <dgm:presLayoutVars>
          <dgm:dir/>
          <dgm:animLvl val="lvl"/>
          <dgm:resizeHandles val="exact"/>
        </dgm:presLayoutVars>
      </dgm:prSet>
      <dgm:spPr/>
    </dgm:pt>
    <dgm:pt modelId="{66F779C0-9FD7-4FE9-BDB2-D2525869B18C}" type="pres">
      <dgm:prSet presAssocID="{5FD6FAF5-8F80-40B4-8B89-D647C449B605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8FDADFC9-880C-4C46-B9E2-74254DF4702A}" type="pres">
      <dgm:prSet presAssocID="{9035EFCD-F1DC-400D-9F47-64B1A0106C93}" presName="parTxOnlySpace" presStyleCnt="0"/>
      <dgm:spPr/>
    </dgm:pt>
    <dgm:pt modelId="{595F1FCE-2087-494E-87AD-4FE9E3B7CEC4}" type="pres">
      <dgm:prSet presAssocID="{C4BE7F61-BF0D-40FE-A064-46FACE359D09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2B7CA134-6F00-46A6-8B19-1030C38E3CB7}" type="presOf" srcId="{5FD6FAF5-8F80-40B4-8B89-D647C449B605}" destId="{66F779C0-9FD7-4FE9-BDB2-D2525869B18C}" srcOrd="0" destOrd="0" presId="urn:microsoft.com/office/officeart/2005/8/layout/chevron1"/>
    <dgm:cxn modelId="{2BD85638-8194-464C-9283-099844365A76}" type="presOf" srcId="{9CE852A5-F8BE-4B4F-AA89-8CF601823391}" destId="{04EFC515-13E8-4942-882E-8A95505FA95A}" srcOrd="0" destOrd="0" presId="urn:microsoft.com/office/officeart/2005/8/layout/chevron1"/>
    <dgm:cxn modelId="{A9D3527E-BEA4-474E-B860-731994F4E44C}" type="presOf" srcId="{C4BE7F61-BF0D-40FE-A064-46FACE359D09}" destId="{595F1FCE-2087-494E-87AD-4FE9E3B7CEC4}" srcOrd="0" destOrd="0" presId="urn:microsoft.com/office/officeart/2005/8/layout/chevron1"/>
    <dgm:cxn modelId="{CC711EBB-98BF-419D-8931-8B7B5DE6D1D7}" srcId="{9CE852A5-F8BE-4B4F-AA89-8CF601823391}" destId="{C4BE7F61-BF0D-40FE-A064-46FACE359D09}" srcOrd="1" destOrd="0" parTransId="{6E017B7D-D69A-4671-9074-535C83053221}" sibTransId="{7FCF35F3-8B52-4AEF-8EF2-C85564977409}"/>
    <dgm:cxn modelId="{06308BBB-6BA0-4998-B279-A1C03AD69C99}" srcId="{9CE852A5-F8BE-4B4F-AA89-8CF601823391}" destId="{5FD6FAF5-8F80-40B4-8B89-D647C449B605}" srcOrd="0" destOrd="0" parTransId="{101080F3-36FF-44A2-95C8-248C6A4220BB}" sibTransId="{9035EFCD-F1DC-400D-9F47-64B1A0106C93}"/>
    <dgm:cxn modelId="{A6080110-5489-4BD6-9309-3CF1F7A09883}" type="presParOf" srcId="{04EFC515-13E8-4942-882E-8A95505FA95A}" destId="{66F779C0-9FD7-4FE9-BDB2-D2525869B18C}" srcOrd="0" destOrd="0" presId="urn:microsoft.com/office/officeart/2005/8/layout/chevron1"/>
    <dgm:cxn modelId="{8A421C73-C996-460C-A541-FF37D4840A0D}" type="presParOf" srcId="{04EFC515-13E8-4942-882E-8A95505FA95A}" destId="{8FDADFC9-880C-4C46-B9E2-74254DF4702A}" srcOrd="1" destOrd="0" presId="urn:microsoft.com/office/officeart/2005/8/layout/chevron1"/>
    <dgm:cxn modelId="{A292279E-C8F3-478D-8325-589A069DF514}" type="presParOf" srcId="{04EFC515-13E8-4942-882E-8A95505FA95A}" destId="{595F1FCE-2087-494E-87AD-4FE9E3B7CEC4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387945-DCF5-4A1D-997F-FDA62E59845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F808EEA-6517-427A-B01D-F71FED2F2152}">
      <dgm:prSet/>
      <dgm:spPr/>
      <dgm:t>
        <a:bodyPr/>
        <a:lstStyle/>
        <a:p>
          <a:r>
            <a:rPr kumimoji="1" lang="ja-JP"/>
            <a:t>最も有名なコンテナサービス</a:t>
          </a:r>
          <a:endParaRPr lang="en-US"/>
        </a:p>
      </dgm:t>
    </dgm:pt>
    <dgm:pt modelId="{A1F38D06-5A3E-47DD-A506-038D0634CD83}" type="parTrans" cxnId="{6734AAF3-3DA9-4EAB-9B5E-0787AE9A4F92}">
      <dgm:prSet/>
      <dgm:spPr/>
      <dgm:t>
        <a:bodyPr/>
        <a:lstStyle/>
        <a:p>
          <a:endParaRPr lang="en-US"/>
        </a:p>
      </dgm:t>
    </dgm:pt>
    <dgm:pt modelId="{486DD391-E88C-4D72-9A3C-F57EC1797A79}" type="sibTrans" cxnId="{6734AAF3-3DA9-4EAB-9B5E-0787AE9A4F92}">
      <dgm:prSet/>
      <dgm:spPr/>
      <dgm:t>
        <a:bodyPr/>
        <a:lstStyle/>
        <a:p>
          <a:endParaRPr lang="en-US"/>
        </a:p>
      </dgm:t>
    </dgm:pt>
    <dgm:pt modelId="{FF839660-E923-44A9-8E11-A71F4AAAACDE}">
      <dgm:prSet/>
      <dgm:spPr/>
      <dgm:t>
        <a:bodyPr/>
        <a:lstStyle/>
        <a:p>
          <a:r>
            <a:rPr kumimoji="1" lang="ja-JP" dirty="0"/>
            <a:t>・環境構築の難易度が低い</a:t>
          </a:r>
          <a:endParaRPr lang="en-US" dirty="0"/>
        </a:p>
      </dgm:t>
    </dgm:pt>
    <dgm:pt modelId="{4F110C0B-61B6-407D-9038-1E73954D8D9B}" type="parTrans" cxnId="{A89DA6EC-36EF-4AE6-B139-F346120DCB3C}">
      <dgm:prSet/>
      <dgm:spPr/>
      <dgm:t>
        <a:bodyPr/>
        <a:lstStyle/>
        <a:p>
          <a:endParaRPr lang="en-US"/>
        </a:p>
      </dgm:t>
    </dgm:pt>
    <dgm:pt modelId="{6147ACD9-570B-4487-88FA-0D850B870856}" type="sibTrans" cxnId="{A89DA6EC-36EF-4AE6-B139-F346120DCB3C}">
      <dgm:prSet/>
      <dgm:spPr/>
      <dgm:t>
        <a:bodyPr/>
        <a:lstStyle/>
        <a:p>
          <a:endParaRPr lang="en-US"/>
        </a:p>
      </dgm:t>
    </dgm:pt>
    <dgm:pt modelId="{4F2EDF34-E276-444E-A332-1E0D7103C536}">
      <dgm:prSet/>
      <dgm:spPr/>
      <dgm:t>
        <a:bodyPr/>
        <a:lstStyle/>
        <a:p>
          <a:r>
            <a:rPr lang="ja-JP" dirty="0"/>
            <a:t>・オーバーヘッドのリスクを最小限</a:t>
          </a:r>
          <a:endParaRPr lang="en-US" dirty="0"/>
        </a:p>
      </dgm:t>
    </dgm:pt>
    <dgm:pt modelId="{691ED127-BD83-4C53-A4B4-A90F3A66887A}" type="parTrans" cxnId="{03257889-C88B-4C8F-86CE-2627AD973A0B}">
      <dgm:prSet/>
      <dgm:spPr/>
      <dgm:t>
        <a:bodyPr/>
        <a:lstStyle/>
        <a:p>
          <a:endParaRPr lang="en-US"/>
        </a:p>
      </dgm:t>
    </dgm:pt>
    <dgm:pt modelId="{0DFF63A8-F6E9-44CE-99C5-A660732A7743}" type="sibTrans" cxnId="{03257889-C88B-4C8F-86CE-2627AD973A0B}">
      <dgm:prSet/>
      <dgm:spPr/>
      <dgm:t>
        <a:bodyPr/>
        <a:lstStyle/>
        <a:p>
          <a:endParaRPr lang="en-US"/>
        </a:p>
      </dgm:t>
    </dgm:pt>
    <dgm:pt modelId="{454F810F-A1F0-4D4D-AD3B-E225BF8AB507}" type="pres">
      <dgm:prSet presAssocID="{71387945-DCF5-4A1D-997F-FDA62E5984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C5B9283-B05C-438E-BD5D-AAB540C69587}" type="pres">
      <dgm:prSet presAssocID="{9F808EEA-6517-427A-B01D-F71FED2F2152}" presName="hierRoot1" presStyleCnt="0"/>
      <dgm:spPr/>
    </dgm:pt>
    <dgm:pt modelId="{E4253537-FD5C-4BCA-8B57-21FE81922A58}" type="pres">
      <dgm:prSet presAssocID="{9F808EEA-6517-427A-B01D-F71FED2F2152}" presName="composite" presStyleCnt="0"/>
      <dgm:spPr/>
    </dgm:pt>
    <dgm:pt modelId="{A3BBF943-C9FB-4BAD-B0F6-2E37AEA3E70F}" type="pres">
      <dgm:prSet presAssocID="{9F808EEA-6517-427A-B01D-F71FED2F2152}" presName="background" presStyleLbl="node0" presStyleIdx="0" presStyleCnt="3"/>
      <dgm:spPr/>
    </dgm:pt>
    <dgm:pt modelId="{DF167AC8-2B01-49B6-86B8-331CFD0A838F}" type="pres">
      <dgm:prSet presAssocID="{9F808EEA-6517-427A-B01D-F71FED2F2152}" presName="text" presStyleLbl="fgAcc0" presStyleIdx="0" presStyleCnt="3">
        <dgm:presLayoutVars>
          <dgm:chPref val="3"/>
        </dgm:presLayoutVars>
      </dgm:prSet>
      <dgm:spPr/>
    </dgm:pt>
    <dgm:pt modelId="{5C807BBF-2F7B-4F79-925E-B8C52BD79D70}" type="pres">
      <dgm:prSet presAssocID="{9F808EEA-6517-427A-B01D-F71FED2F2152}" presName="hierChild2" presStyleCnt="0"/>
      <dgm:spPr/>
    </dgm:pt>
    <dgm:pt modelId="{9FBFED13-5B39-4161-8CCF-0A4D98D3022B}" type="pres">
      <dgm:prSet presAssocID="{FF839660-E923-44A9-8E11-A71F4AAAACDE}" presName="hierRoot1" presStyleCnt="0"/>
      <dgm:spPr/>
    </dgm:pt>
    <dgm:pt modelId="{8F500D21-0DCD-4543-9F0E-1A0B0E64E1DB}" type="pres">
      <dgm:prSet presAssocID="{FF839660-E923-44A9-8E11-A71F4AAAACDE}" presName="composite" presStyleCnt="0"/>
      <dgm:spPr/>
    </dgm:pt>
    <dgm:pt modelId="{17F83A62-69D3-4B34-BB36-C7DAD13FE705}" type="pres">
      <dgm:prSet presAssocID="{FF839660-E923-44A9-8E11-A71F4AAAACDE}" presName="background" presStyleLbl="node0" presStyleIdx="1" presStyleCnt="3"/>
      <dgm:spPr/>
    </dgm:pt>
    <dgm:pt modelId="{BE8DDA6B-DC80-446F-9B19-9CF47E9B918C}" type="pres">
      <dgm:prSet presAssocID="{FF839660-E923-44A9-8E11-A71F4AAAACDE}" presName="text" presStyleLbl="fgAcc0" presStyleIdx="1" presStyleCnt="3">
        <dgm:presLayoutVars>
          <dgm:chPref val="3"/>
        </dgm:presLayoutVars>
      </dgm:prSet>
      <dgm:spPr/>
    </dgm:pt>
    <dgm:pt modelId="{CE6B5D21-D0CC-4A2C-9C9D-7AD517992BE9}" type="pres">
      <dgm:prSet presAssocID="{FF839660-E923-44A9-8E11-A71F4AAAACDE}" presName="hierChild2" presStyleCnt="0"/>
      <dgm:spPr/>
    </dgm:pt>
    <dgm:pt modelId="{3A263CE8-309C-4043-BC54-7C736CCD912A}" type="pres">
      <dgm:prSet presAssocID="{4F2EDF34-E276-444E-A332-1E0D7103C536}" presName="hierRoot1" presStyleCnt="0"/>
      <dgm:spPr/>
    </dgm:pt>
    <dgm:pt modelId="{5B711104-E7ED-4AFC-A9B0-28ABAA6F39E8}" type="pres">
      <dgm:prSet presAssocID="{4F2EDF34-E276-444E-A332-1E0D7103C536}" presName="composite" presStyleCnt="0"/>
      <dgm:spPr/>
    </dgm:pt>
    <dgm:pt modelId="{B630071D-C1F0-4E8C-9685-0B69BCB4F34A}" type="pres">
      <dgm:prSet presAssocID="{4F2EDF34-E276-444E-A332-1E0D7103C536}" presName="background" presStyleLbl="node0" presStyleIdx="2" presStyleCnt="3"/>
      <dgm:spPr/>
    </dgm:pt>
    <dgm:pt modelId="{65E7B9B3-8380-4963-9273-1839C2D15E2B}" type="pres">
      <dgm:prSet presAssocID="{4F2EDF34-E276-444E-A332-1E0D7103C536}" presName="text" presStyleLbl="fgAcc0" presStyleIdx="2" presStyleCnt="3">
        <dgm:presLayoutVars>
          <dgm:chPref val="3"/>
        </dgm:presLayoutVars>
      </dgm:prSet>
      <dgm:spPr/>
    </dgm:pt>
    <dgm:pt modelId="{1762C3A4-D8ED-47FA-BCE6-56EB9552A26C}" type="pres">
      <dgm:prSet presAssocID="{4F2EDF34-E276-444E-A332-1E0D7103C536}" presName="hierChild2" presStyleCnt="0"/>
      <dgm:spPr/>
    </dgm:pt>
  </dgm:ptLst>
  <dgm:cxnLst>
    <dgm:cxn modelId="{0F76FB08-C4DE-4D02-856A-6D0941746F68}" type="presOf" srcId="{4F2EDF34-E276-444E-A332-1E0D7103C536}" destId="{65E7B9B3-8380-4963-9273-1839C2D15E2B}" srcOrd="0" destOrd="0" presId="urn:microsoft.com/office/officeart/2005/8/layout/hierarchy1"/>
    <dgm:cxn modelId="{2DD7FD4C-7BF9-4C86-9B4D-EAC8E062353A}" type="presOf" srcId="{9F808EEA-6517-427A-B01D-F71FED2F2152}" destId="{DF167AC8-2B01-49B6-86B8-331CFD0A838F}" srcOrd="0" destOrd="0" presId="urn:microsoft.com/office/officeart/2005/8/layout/hierarchy1"/>
    <dgm:cxn modelId="{03257889-C88B-4C8F-86CE-2627AD973A0B}" srcId="{71387945-DCF5-4A1D-997F-FDA62E598450}" destId="{4F2EDF34-E276-444E-A332-1E0D7103C536}" srcOrd="2" destOrd="0" parTransId="{691ED127-BD83-4C53-A4B4-A90F3A66887A}" sibTransId="{0DFF63A8-F6E9-44CE-99C5-A660732A7743}"/>
    <dgm:cxn modelId="{EBF20D91-1C07-4929-90CF-B4D7ED50CC5E}" type="presOf" srcId="{FF839660-E923-44A9-8E11-A71F4AAAACDE}" destId="{BE8DDA6B-DC80-446F-9B19-9CF47E9B918C}" srcOrd="0" destOrd="0" presId="urn:microsoft.com/office/officeart/2005/8/layout/hierarchy1"/>
    <dgm:cxn modelId="{7F4304E7-6401-45F7-9DFA-D2E5FC58DC02}" type="presOf" srcId="{71387945-DCF5-4A1D-997F-FDA62E598450}" destId="{454F810F-A1F0-4D4D-AD3B-E225BF8AB507}" srcOrd="0" destOrd="0" presId="urn:microsoft.com/office/officeart/2005/8/layout/hierarchy1"/>
    <dgm:cxn modelId="{A89DA6EC-36EF-4AE6-B139-F346120DCB3C}" srcId="{71387945-DCF5-4A1D-997F-FDA62E598450}" destId="{FF839660-E923-44A9-8E11-A71F4AAAACDE}" srcOrd="1" destOrd="0" parTransId="{4F110C0B-61B6-407D-9038-1E73954D8D9B}" sibTransId="{6147ACD9-570B-4487-88FA-0D850B870856}"/>
    <dgm:cxn modelId="{6734AAF3-3DA9-4EAB-9B5E-0787AE9A4F92}" srcId="{71387945-DCF5-4A1D-997F-FDA62E598450}" destId="{9F808EEA-6517-427A-B01D-F71FED2F2152}" srcOrd="0" destOrd="0" parTransId="{A1F38D06-5A3E-47DD-A506-038D0634CD83}" sibTransId="{486DD391-E88C-4D72-9A3C-F57EC1797A79}"/>
    <dgm:cxn modelId="{1D41CBAA-0657-46ED-8FB7-2F2F4B828E48}" type="presParOf" srcId="{454F810F-A1F0-4D4D-AD3B-E225BF8AB507}" destId="{5C5B9283-B05C-438E-BD5D-AAB540C69587}" srcOrd="0" destOrd="0" presId="urn:microsoft.com/office/officeart/2005/8/layout/hierarchy1"/>
    <dgm:cxn modelId="{4A65CB27-80DB-4C68-A83F-75FE737D3256}" type="presParOf" srcId="{5C5B9283-B05C-438E-BD5D-AAB540C69587}" destId="{E4253537-FD5C-4BCA-8B57-21FE81922A58}" srcOrd="0" destOrd="0" presId="urn:microsoft.com/office/officeart/2005/8/layout/hierarchy1"/>
    <dgm:cxn modelId="{40315B04-1757-44F6-BD6D-B9F3119C5155}" type="presParOf" srcId="{E4253537-FD5C-4BCA-8B57-21FE81922A58}" destId="{A3BBF943-C9FB-4BAD-B0F6-2E37AEA3E70F}" srcOrd="0" destOrd="0" presId="urn:microsoft.com/office/officeart/2005/8/layout/hierarchy1"/>
    <dgm:cxn modelId="{53788BE3-41D4-4C93-A798-AEF9FE2A172C}" type="presParOf" srcId="{E4253537-FD5C-4BCA-8B57-21FE81922A58}" destId="{DF167AC8-2B01-49B6-86B8-331CFD0A838F}" srcOrd="1" destOrd="0" presId="urn:microsoft.com/office/officeart/2005/8/layout/hierarchy1"/>
    <dgm:cxn modelId="{D5EC3E31-EE8F-446D-BE20-B68FCC9CF85E}" type="presParOf" srcId="{5C5B9283-B05C-438E-BD5D-AAB540C69587}" destId="{5C807BBF-2F7B-4F79-925E-B8C52BD79D70}" srcOrd="1" destOrd="0" presId="urn:microsoft.com/office/officeart/2005/8/layout/hierarchy1"/>
    <dgm:cxn modelId="{C3601B2F-DA37-4442-BED4-C5D5048D7AA7}" type="presParOf" srcId="{454F810F-A1F0-4D4D-AD3B-E225BF8AB507}" destId="{9FBFED13-5B39-4161-8CCF-0A4D98D3022B}" srcOrd="1" destOrd="0" presId="urn:microsoft.com/office/officeart/2005/8/layout/hierarchy1"/>
    <dgm:cxn modelId="{D83CBAA9-6C75-48D4-AFEE-88269029FD68}" type="presParOf" srcId="{9FBFED13-5B39-4161-8CCF-0A4D98D3022B}" destId="{8F500D21-0DCD-4543-9F0E-1A0B0E64E1DB}" srcOrd="0" destOrd="0" presId="urn:microsoft.com/office/officeart/2005/8/layout/hierarchy1"/>
    <dgm:cxn modelId="{03108C37-3366-4FF6-8455-E1C9DB1DB351}" type="presParOf" srcId="{8F500D21-0DCD-4543-9F0E-1A0B0E64E1DB}" destId="{17F83A62-69D3-4B34-BB36-C7DAD13FE705}" srcOrd="0" destOrd="0" presId="urn:microsoft.com/office/officeart/2005/8/layout/hierarchy1"/>
    <dgm:cxn modelId="{5C5CE653-1BF0-4410-AB1A-7749FBBEE4D6}" type="presParOf" srcId="{8F500D21-0DCD-4543-9F0E-1A0B0E64E1DB}" destId="{BE8DDA6B-DC80-446F-9B19-9CF47E9B918C}" srcOrd="1" destOrd="0" presId="urn:microsoft.com/office/officeart/2005/8/layout/hierarchy1"/>
    <dgm:cxn modelId="{20194A40-3D39-4129-B69A-5363106D1E59}" type="presParOf" srcId="{9FBFED13-5B39-4161-8CCF-0A4D98D3022B}" destId="{CE6B5D21-D0CC-4A2C-9C9D-7AD517992BE9}" srcOrd="1" destOrd="0" presId="urn:microsoft.com/office/officeart/2005/8/layout/hierarchy1"/>
    <dgm:cxn modelId="{C17E33BC-B527-4C5E-BD66-AEE73B3AD869}" type="presParOf" srcId="{454F810F-A1F0-4D4D-AD3B-E225BF8AB507}" destId="{3A263CE8-309C-4043-BC54-7C736CCD912A}" srcOrd="2" destOrd="0" presId="urn:microsoft.com/office/officeart/2005/8/layout/hierarchy1"/>
    <dgm:cxn modelId="{E50AC956-07F3-4BD0-8AED-2B8325F5B41B}" type="presParOf" srcId="{3A263CE8-309C-4043-BC54-7C736CCD912A}" destId="{5B711104-E7ED-4AFC-A9B0-28ABAA6F39E8}" srcOrd="0" destOrd="0" presId="urn:microsoft.com/office/officeart/2005/8/layout/hierarchy1"/>
    <dgm:cxn modelId="{F1239E8D-3651-4F4F-9030-4224D635164B}" type="presParOf" srcId="{5B711104-E7ED-4AFC-A9B0-28ABAA6F39E8}" destId="{B630071D-C1F0-4E8C-9685-0B69BCB4F34A}" srcOrd="0" destOrd="0" presId="urn:microsoft.com/office/officeart/2005/8/layout/hierarchy1"/>
    <dgm:cxn modelId="{676BE5A4-9A6A-43F9-9BC4-7EB04730EF95}" type="presParOf" srcId="{5B711104-E7ED-4AFC-A9B0-28ABAA6F39E8}" destId="{65E7B9B3-8380-4963-9273-1839C2D15E2B}" srcOrd="1" destOrd="0" presId="urn:microsoft.com/office/officeart/2005/8/layout/hierarchy1"/>
    <dgm:cxn modelId="{48FE7923-F532-42C1-920B-452B437F2DE3}" type="presParOf" srcId="{3A263CE8-309C-4043-BC54-7C736CCD912A}" destId="{1762C3A4-D8ED-47FA-BCE6-56EB9552A2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D4ED6-7ED9-4229-A0C5-90F492D20825}">
      <dsp:nvSpPr>
        <dsp:cNvPr id="0" name=""/>
        <dsp:cNvSpPr/>
      </dsp:nvSpPr>
      <dsp:spPr>
        <a:xfrm>
          <a:off x="1283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9F4B7-CA4B-4478-949D-9DACACC1BA6B}">
      <dsp:nvSpPr>
        <dsp:cNvPr id="0" name=""/>
        <dsp:cNvSpPr/>
      </dsp:nvSpPr>
      <dsp:spPr>
        <a:xfrm>
          <a:off x="501904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アプリケーションを実行するための実行環境をパッケージ化した技術</a:t>
          </a:r>
          <a:endParaRPr lang="en-US" sz="2500" kern="1200" dirty="0"/>
        </a:p>
      </dsp:txBody>
      <dsp:txXfrm>
        <a:off x="585701" y="1067340"/>
        <a:ext cx="4337991" cy="2693452"/>
      </dsp:txXfrm>
    </dsp:sp>
    <dsp:sp modelId="{CAC3F651-C57A-4754-8C30-CB20F2B418FF}">
      <dsp:nvSpPr>
        <dsp:cNvPr id="0" name=""/>
        <dsp:cNvSpPr/>
      </dsp:nvSpPr>
      <dsp:spPr>
        <a:xfrm>
          <a:off x="5508110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B5170-EA5C-4BFF-A6E6-69470B5A2F84}">
      <dsp:nvSpPr>
        <dsp:cNvPr id="0" name=""/>
        <dsp:cNvSpPr/>
      </dsp:nvSpPr>
      <dsp:spPr>
        <a:xfrm>
          <a:off x="6008730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コンテナを使うことでアプリケーションの環境に依存せず、どんな環境でも同じように動作させることができる</a:t>
          </a:r>
          <a:endParaRPr lang="en-US" sz="2500" kern="1200" dirty="0"/>
        </a:p>
      </dsp:txBody>
      <dsp:txXfrm>
        <a:off x="6092527" y="1067340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54146-E004-4867-A236-84B185B79B51}">
      <dsp:nvSpPr>
        <dsp:cNvPr id="0" name=""/>
        <dsp:cNvSpPr/>
      </dsp:nvSpPr>
      <dsp:spPr>
        <a:xfrm>
          <a:off x="3364992" y="2125"/>
          <a:ext cx="3785616" cy="14026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900" kern="1200"/>
            <a:t>持ち運びがしやすい</a:t>
          </a:r>
          <a:endParaRPr lang="en-US" sz="2900" kern="1200"/>
        </a:p>
      </dsp:txBody>
      <dsp:txXfrm>
        <a:off x="3433465" y="70598"/>
        <a:ext cx="3648670" cy="1265729"/>
      </dsp:txXfrm>
    </dsp:sp>
    <dsp:sp modelId="{050C733F-5544-4F41-B791-93176557E657}">
      <dsp:nvSpPr>
        <dsp:cNvPr id="0" name=""/>
        <dsp:cNvSpPr/>
      </dsp:nvSpPr>
      <dsp:spPr>
        <a:xfrm>
          <a:off x="3364992" y="1474934"/>
          <a:ext cx="3785616" cy="14026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900" kern="1200"/>
            <a:t>起動・処理を高速化</a:t>
          </a:r>
          <a:endParaRPr lang="en-US" sz="2900" kern="1200"/>
        </a:p>
      </dsp:txBody>
      <dsp:txXfrm>
        <a:off x="3433465" y="1543407"/>
        <a:ext cx="3648670" cy="1265729"/>
      </dsp:txXfrm>
    </dsp:sp>
    <dsp:sp modelId="{F50480FE-0AA7-4FEE-8CA4-7B6F32958D7E}">
      <dsp:nvSpPr>
        <dsp:cNvPr id="0" name=""/>
        <dsp:cNvSpPr/>
      </dsp:nvSpPr>
      <dsp:spPr>
        <a:xfrm>
          <a:off x="3364992" y="2947743"/>
          <a:ext cx="3785616" cy="14026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900" kern="1200"/>
            <a:t>バックパックへの切り替えを用意</a:t>
          </a:r>
          <a:endParaRPr lang="en-US" sz="2900" kern="1200"/>
        </a:p>
      </dsp:txBody>
      <dsp:txXfrm>
        <a:off x="3433465" y="3016216"/>
        <a:ext cx="3648670" cy="12657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779C0-9FD7-4FE9-BDB2-D2525869B18C}">
      <dsp:nvSpPr>
        <dsp:cNvPr id="0" name=""/>
        <dsp:cNvSpPr/>
      </dsp:nvSpPr>
      <dsp:spPr>
        <a:xfrm>
          <a:off x="9242" y="975458"/>
          <a:ext cx="5524797" cy="220991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4000" kern="1200" dirty="0"/>
            <a:t>ホスト</a:t>
          </a:r>
          <a:r>
            <a:rPr kumimoji="1" lang="en-US" sz="4000" kern="1200" dirty="0"/>
            <a:t>OS</a:t>
          </a:r>
          <a:r>
            <a:rPr kumimoji="1" lang="ja-JP" sz="4000" kern="1200" dirty="0"/>
            <a:t>への依存が</a:t>
          </a:r>
          <a:r>
            <a:rPr kumimoji="1" lang="ja-JP" altLang="en-US" sz="4000" kern="1200" dirty="0"/>
            <a:t>心配</a:t>
          </a:r>
          <a:endParaRPr lang="en-US" sz="4000" kern="1200" dirty="0"/>
        </a:p>
      </dsp:txBody>
      <dsp:txXfrm>
        <a:off x="1114202" y="975458"/>
        <a:ext cx="3314878" cy="2209919"/>
      </dsp:txXfrm>
    </dsp:sp>
    <dsp:sp modelId="{595F1FCE-2087-494E-87AD-4FE9E3B7CEC4}">
      <dsp:nvSpPr>
        <dsp:cNvPr id="0" name=""/>
        <dsp:cNvSpPr/>
      </dsp:nvSpPr>
      <dsp:spPr>
        <a:xfrm>
          <a:off x="4981560" y="975458"/>
          <a:ext cx="5524797" cy="220991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53340" rIns="53340" bIns="5334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 dirty="0"/>
            <a:t>学習コストが高い</a:t>
          </a:r>
          <a:endParaRPr lang="en-US" sz="4000" kern="1200" dirty="0"/>
        </a:p>
      </dsp:txBody>
      <dsp:txXfrm>
        <a:off x="6086520" y="975458"/>
        <a:ext cx="3314878" cy="22099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BF943-C9FB-4BAD-B0F6-2E37AEA3E70F}">
      <dsp:nvSpPr>
        <dsp:cNvPr id="0" name=""/>
        <dsp:cNvSpPr/>
      </dsp:nvSpPr>
      <dsp:spPr>
        <a:xfrm>
          <a:off x="0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67AC8-2B01-49B6-86B8-331CFD0A838F}">
      <dsp:nvSpPr>
        <dsp:cNvPr id="0" name=""/>
        <dsp:cNvSpPr/>
      </dsp:nvSpPr>
      <dsp:spPr>
        <a:xfrm>
          <a:off x="328612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600" kern="1200"/>
            <a:t>最も有名なコンテナサービス</a:t>
          </a:r>
          <a:endParaRPr lang="en-US" sz="2600" kern="1200"/>
        </a:p>
      </dsp:txBody>
      <dsp:txXfrm>
        <a:off x="383617" y="1448357"/>
        <a:ext cx="2847502" cy="1768010"/>
      </dsp:txXfrm>
    </dsp:sp>
    <dsp:sp modelId="{17F83A62-69D3-4B34-BB36-C7DAD13FE705}">
      <dsp:nvSpPr>
        <dsp:cNvPr id="0" name=""/>
        <dsp:cNvSpPr/>
      </dsp:nvSpPr>
      <dsp:spPr>
        <a:xfrm>
          <a:off x="3614737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DDA6B-DC80-446F-9B19-9CF47E9B918C}">
      <dsp:nvSpPr>
        <dsp:cNvPr id="0" name=""/>
        <dsp:cNvSpPr/>
      </dsp:nvSpPr>
      <dsp:spPr>
        <a:xfrm>
          <a:off x="3943350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600" kern="1200" dirty="0"/>
            <a:t>・環境構築の難易度が低い</a:t>
          </a:r>
          <a:endParaRPr lang="en-US" sz="2600" kern="1200" dirty="0"/>
        </a:p>
      </dsp:txBody>
      <dsp:txXfrm>
        <a:off x="3998355" y="1448357"/>
        <a:ext cx="2847502" cy="1768010"/>
      </dsp:txXfrm>
    </dsp:sp>
    <dsp:sp modelId="{B630071D-C1F0-4E8C-9685-0B69BCB4F34A}">
      <dsp:nvSpPr>
        <dsp:cNvPr id="0" name=""/>
        <dsp:cNvSpPr/>
      </dsp:nvSpPr>
      <dsp:spPr>
        <a:xfrm>
          <a:off x="7229475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7B9B3-8380-4963-9273-1839C2D15E2B}">
      <dsp:nvSpPr>
        <dsp:cNvPr id="0" name=""/>
        <dsp:cNvSpPr/>
      </dsp:nvSpPr>
      <dsp:spPr>
        <a:xfrm>
          <a:off x="7558087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600" kern="1200" dirty="0"/>
            <a:t>・オーバーヘッドのリスクを最小限</a:t>
          </a:r>
          <a:endParaRPr lang="en-US" sz="2600" kern="1200" dirty="0"/>
        </a:p>
      </dsp:txBody>
      <dsp:txXfrm>
        <a:off x="7613092" y="1448357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08DF9-E29F-A66C-B0DA-B44448754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D16772-6981-52B2-0BC7-DA09F6B8B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543D0B-13D7-78B1-2C34-AC118D7F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00038B-45F2-46C6-B36B-7AD0BFF0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1EE846-1983-E6CD-9592-5ADC6569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988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378ED0-5E7A-B09E-D9D3-FAB148D5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3766DA-2CF8-07C9-0D06-9550E25E5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04CE1C-4311-F5D0-8DB3-08C61651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E611D6-43BD-BDB8-17A8-40CAF83F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328A85-76B8-E7F2-49A3-C8440482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0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0F7E3-42FE-9444-35EB-E48A0308F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1D0715-FA1A-109C-68C5-CCB79C8CC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CF6D3D-E5FA-7E58-F2B2-C798AD9B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1F9681-29B1-A40A-EF17-FEF182F2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C7CBC5-F2BA-3542-B66D-331C94AE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97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95F9CA-E475-BE4B-D636-988D7A05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F0D0B2-CEFA-395D-F337-0BD729A37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A6EBF9-E397-E568-2EDA-3B27A67D0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FE782C-B3DC-60FA-2858-CAC98BAD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E37AD3-A6A6-E39B-87EC-D47FB29B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005571-3EC7-4941-ED89-B2285A99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37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F56DFF-2DA7-005F-07F3-48BE438A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E36239-DAA6-B41A-04CF-00E1A4A60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E9DBA9-81EA-C304-1B48-7DDD580D9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CF1767D-595A-8680-2EEC-AB22F4A19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F607FE-7A06-6201-2D39-8B8F5D05E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8E75F1-3B59-9BC0-2483-F1E3A591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C88252A-C6EA-27D3-766B-E2A4A2CC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B1B3CE-B4F9-B6FA-0DD3-3494E3E2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499D6D-ED7E-F0C9-816C-669AC76E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A004EF-48B7-2E2E-679B-A606A44B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50543D-09EF-A6F8-F051-0EA588B6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69774B-2064-BD23-6BE9-487453F0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36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1656C03-F85D-9B90-934B-51E1CF3B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BDCFF0-1F68-155E-89B1-95166DEA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FA5F0B-A6E4-3AD7-3B5A-57E54961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217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3FC300-C075-869A-19BC-239D5489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B6C4B8-8C8A-0E1A-6B85-BD6C1D4A5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C25357-C8EA-0CDD-1368-E13BC1387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5C846A-4609-C46A-FF28-10AB50E5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BA59FD-51C5-9C36-24BA-A6A36271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1262A0-EE4C-D6DC-BDD5-FE8449A7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63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513AD-BE64-115D-8146-C1C529F5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3FA8C6-405B-FEF2-BE47-ACD066D92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DAFAF7-737A-3418-492F-C29FFF86D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AD88BE-F30E-EC25-1C6A-A6AAC3E3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DD071D-4EB0-D8AC-5167-6BDAE7F2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AB4CD9-E235-071F-E4D7-EECE7E53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383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720BD-A178-B280-A4DF-EDF091EA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9A928B-ED63-2338-D393-1A4170BF7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0E415B-CB2B-740A-02AB-9130B2631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F4254E-128B-CE23-980E-2E2CE0F3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834D64-95F9-A797-700B-94C26F03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6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0F5064-5396-6D4D-C70A-E2EB3D258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ECFF9A-19B3-DF98-1BC1-CF5147D14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155E5-DB9B-B142-98EC-81A13B8B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5D98F8-460D-811C-D441-68E0BBCE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03F290-53B4-72F2-D70B-0992FC6F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79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FD31F3-69B6-32ED-FCC4-F0B70017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06F6B4-3E46-E213-615F-06AB2F41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24347A-1B50-9F3E-7DEB-56EB741E5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4BD82-8433-4958-A2CE-6F74528225C2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B90390-E482-5EAC-45E7-55297A830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72A254-C3A6-4D3F-F5A2-BAAC7DE71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6B9F2-769B-4A52-B69C-6F7BFC2AF9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83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27FA63-93F2-EA9C-27D5-5C574FA5F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>
                <a:solidFill>
                  <a:srgbClr val="FFFFFF"/>
                </a:solidFill>
              </a:rPr>
              <a:t>宮澤研究室発表　第</a:t>
            </a:r>
            <a:r>
              <a:rPr kumimoji="1" lang="en-US" altLang="ja-JP" sz="4800">
                <a:solidFill>
                  <a:srgbClr val="FFFFFF"/>
                </a:solidFill>
              </a:rPr>
              <a:t>3</a:t>
            </a:r>
            <a:r>
              <a:rPr kumimoji="1" lang="ja-JP" altLang="en-US" sz="4800">
                <a:solidFill>
                  <a:srgbClr val="FFFFFF"/>
                </a:solidFill>
              </a:rPr>
              <a:t>回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F1C3D52-EE86-59C5-8081-E046C690A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dirty="0"/>
              <a:t>2023TS030 </a:t>
            </a:r>
            <a:r>
              <a:rPr kumimoji="1" lang="ja-JP" altLang="en-US" dirty="0"/>
              <a:t>川瀬　翔大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0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E8BB3C5-2F51-5397-BCFB-22E43F6E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5200"/>
              <a:t>1.</a:t>
            </a:r>
            <a:r>
              <a:rPr kumimoji="1" lang="ja-JP" altLang="en-US" sz="5200"/>
              <a:t>コンテナについて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F66CEC65-3972-955F-9E40-7610D3E5A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25025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613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ED527B5-3321-D133-C8BA-4652B22EF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5200"/>
              <a:t>2.</a:t>
            </a:r>
            <a:r>
              <a:rPr kumimoji="1" lang="ja-JP" altLang="en-US" sz="5200"/>
              <a:t>メリット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1970C748-D2E3-89E9-CDB8-A4F8C96F9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94402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920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DD808E8-DF57-8845-0298-3FDD82ED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/>
              <a:t>３．デメリット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4ECEFCF7-95C6-5542-AA02-28AD6E83A2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799468"/>
              </p:ext>
            </p:extLst>
          </p:nvPr>
        </p:nvGraphicFramePr>
        <p:xfrm>
          <a:off x="838200" y="2002965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696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A2A1E60-E8D9-92B4-01D7-B0B21B66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5200"/>
              <a:t>4.Docker</a:t>
            </a:r>
            <a:r>
              <a:rPr kumimoji="1" lang="ja-JP" altLang="en-US" sz="5200"/>
              <a:t>について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CDD78164-1FFF-E97F-948B-A816AE70D9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80657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995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DD811C-6104-224E-F071-0D2E1AAB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ja-JP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5.Raspberry pi</a:t>
            </a:r>
            <a:r>
              <a:rPr kumimoji="1" lang="ja-JP" alt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で</a:t>
            </a:r>
            <a:r>
              <a:rPr kumimoji="1" lang="en-US" altLang="ja-JP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nginx</a:t>
            </a:r>
            <a:r>
              <a:rPr kumimoji="1" lang="ja-JP" alt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について</a:t>
            </a:r>
          </a:p>
        </p:txBody>
      </p:sp>
      <p:pic>
        <p:nvPicPr>
          <p:cNvPr id="5" name="コンテンツ プレースホルダー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CEAA2AD-409C-D749-C771-D3E2E0F43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19344"/>
            <a:ext cx="7225748" cy="54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3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3B3D2DB-A748-D10D-AC38-6F10A730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405660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113</Words>
  <Application>Microsoft Office PowerPoint</Application>
  <PresentationFormat>ワイド画面</PresentationFormat>
  <Paragraphs>18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宮澤研究室発表　第3回</vt:lpstr>
      <vt:lpstr>1.コンテナについて</vt:lpstr>
      <vt:lpstr>2.メリット</vt:lpstr>
      <vt:lpstr>３．デメリット</vt:lpstr>
      <vt:lpstr>4.Dockerについて</vt:lpstr>
      <vt:lpstr>5.Raspberry piでnginxについて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23ts030</dc:creator>
  <cp:lastModifiedBy>23ts030</cp:lastModifiedBy>
  <cp:revision>4</cp:revision>
  <dcterms:created xsi:type="dcterms:W3CDTF">2025-10-05T16:08:48Z</dcterms:created>
  <dcterms:modified xsi:type="dcterms:W3CDTF">2025-10-06T09:34:00Z</dcterms:modified>
</cp:coreProperties>
</file>