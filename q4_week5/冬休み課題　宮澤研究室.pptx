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2" d="100"/>
          <a:sy n="62" d="100"/>
        </p:scale>
        <p:origin x="82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66671F-3E2C-4AA7-AD86-325050CEFE90}"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37348318-690B-46D3-B589-75B1813D7968}">
      <dgm:prSet/>
      <dgm:spPr/>
      <dgm:t>
        <a:bodyPr/>
        <a:lstStyle/>
        <a:p>
          <a:r>
            <a:rPr lang="ja-JP"/>
            <a:t>ベンダー依存しない公式なクラウド定義</a:t>
          </a:r>
          <a:endParaRPr lang="en-US"/>
        </a:p>
      </dgm:t>
    </dgm:pt>
    <dgm:pt modelId="{88938334-B94C-4A1A-A04B-D2D43FCFBC2D}" type="parTrans" cxnId="{16F470F4-3023-4436-8193-6790201CBFF9}">
      <dgm:prSet/>
      <dgm:spPr/>
      <dgm:t>
        <a:bodyPr/>
        <a:lstStyle/>
        <a:p>
          <a:endParaRPr lang="en-US"/>
        </a:p>
      </dgm:t>
    </dgm:pt>
    <dgm:pt modelId="{7D9EA068-AB4E-446B-8420-80764EA7E8C7}" type="sibTrans" cxnId="{16F470F4-3023-4436-8193-6790201CBFF9}">
      <dgm:prSet/>
      <dgm:spPr/>
      <dgm:t>
        <a:bodyPr/>
        <a:lstStyle/>
        <a:p>
          <a:endParaRPr lang="en-US"/>
        </a:p>
      </dgm:t>
    </dgm:pt>
    <dgm:pt modelId="{A3F97FA9-0DE1-4F60-B347-08CE9CF7D99D}">
      <dgm:prSet/>
      <dgm:spPr/>
      <dgm:t>
        <a:bodyPr/>
        <a:lstStyle/>
        <a:p>
          <a:r>
            <a:rPr lang="ja-JP" b="1"/>
            <a:t>クラウドとは何かの定義、曖昧にしない</a:t>
          </a:r>
          <a:endParaRPr lang="en-US"/>
        </a:p>
      </dgm:t>
    </dgm:pt>
    <dgm:pt modelId="{4C199668-100F-4062-AEF0-E0C5BCBC17D7}" type="parTrans" cxnId="{EF86F790-EAEC-43CC-93B7-73012D6D16A2}">
      <dgm:prSet/>
      <dgm:spPr/>
      <dgm:t>
        <a:bodyPr/>
        <a:lstStyle/>
        <a:p>
          <a:endParaRPr lang="en-US"/>
        </a:p>
      </dgm:t>
    </dgm:pt>
    <dgm:pt modelId="{14038BB8-1799-4651-B3AB-229BFE6F6849}" type="sibTrans" cxnId="{EF86F790-EAEC-43CC-93B7-73012D6D16A2}">
      <dgm:prSet/>
      <dgm:spPr/>
      <dgm:t>
        <a:bodyPr/>
        <a:lstStyle/>
        <a:p>
          <a:endParaRPr lang="en-US"/>
        </a:p>
      </dgm:t>
    </dgm:pt>
    <dgm:pt modelId="{9323E2A9-3AD4-4287-A92F-6978CF700612}" type="pres">
      <dgm:prSet presAssocID="{D666671F-3E2C-4AA7-AD86-325050CEFE90}" presName="hierChild1" presStyleCnt="0">
        <dgm:presLayoutVars>
          <dgm:chPref val="1"/>
          <dgm:dir/>
          <dgm:animOne val="branch"/>
          <dgm:animLvl val="lvl"/>
          <dgm:resizeHandles/>
        </dgm:presLayoutVars>
      </dgm:prSet>
      <dgm:spPr/>
    </dgm:pt>
    <dgm:pt modelId="{43C99B64-6B3B-4247-ACD2-D29816FBA960}" type="pres">
      <dgm:prSet presAssocID="{37348318-690B-46D3-B589-75B1813D7968}" presName="hierRoot1" presStyleCnt="0"/>
      <dgm:spPr/>
    </dgm:pt>
    <dgm:pt modelId="{030FD68C-322A-46D6-A303-7266F5B6C713}" type="pres">
      <dgm:prSet presAssocID="{37348318-690B-46D3-B589-75B1813D7968}" presName="composite" presStyleCnt="0"/>
      <dgm:spPr/>
    </dgm:pt>
    <dgm:pt modelId="{D6E5D223-B691-4EB4-950F-2E699C687552}" type="pres">
      <dgm:prSet presAssocID="{37348318-690B-46D3-B589-75B1813D7968}" presName="background" presStyleLbl="node0" presStyleIdx="0" presStyleCnt="2"/>
      <dgm:spPr/>
    </dgm:pt>
    <dgm:pt modelId="{6F699323-0258-4C7D-9F96-3359D72077B8}" type="pres">
      <dgm:prSet presAssocID="{37348318-690B-46D3-B589-75B1813D7968}" presName="text" presStyleLbl="fgAcc0" presStyleIdx="0" presStyleCnt="2">
        <dgm:presLayoutVars>
          <dgm:chPref val="3"/>
        </dgm:presLayoutVars>
      </dgm:prSet>
      <dgm:spPr/>
    </dgm:pt>
    <dgm:pt modelId="{DB274F4C-3FCA-4C05-B2E9-7559D8D0CFC9}" type="pres">
      <dgm:prSet presAssocID="{37348318-690B-46D3-B589-75B1813D7968}" presName="hierChild2" presStyleCnt="0"/>
      <dgm:spPr/>
    </dgm:pt>
    <dgm:pt modelId="{6C1BB789-86AA-42C5-B616-35F62E18D430}" type="pres">
      <dgm:prSet presAssocID="{A3F97FA9-0DE1-4F60-B347-08CE9CF7D99D}" presName="hierRoot1" presStyleCnt="0"/>
      <dgm:spPr/>
    </dgm:pt>
    <dgm:pt modelId="{77956323-CF26-4C8A-8510-F3C49E136123}" type="pres">
      <dgm:prSet presAssocID="{A3F97FA9-0DE1-4F60-B347-08CE9CF7D99D}" presName="composite" presStyleCnt="0"/>
      <dgm:spPr/>
    </dgm:pt>
    <dgm:pt modelId="{62442BB8-8470-4496-BAFF-B28F4229172E}" type="pres">
      <dgm:prSet presAssocID="{A3F97FA9-0DE1-4F60-B347-08CE9CF7D99D}" presName="background" presStyleLbl="node0" presStyleIdx="1" presStyleCnt="2"/>
      <dgm:spPr/>
    </dgm:pt>
    <dgm:pt modelId="{11B1D6B0-684E-4552-B829-FDA7149ACF4E}" type="pres">
      <dgm:prSet presAssocID="{A3F97FA9-0DE1-4F60-B347-08CE9CF7D99D}" presName="text" presStyleLbl="fgAcc0" presStyleIdx="1" presStyleCnt="2">
        <dgm:presLayoutVars>
          <dgm:chPref val="3"/>
        </dgm:presLayoutVars>
      </dgm:prSet>
      <dgm:spPr/>
    </dgm:pt>
    <dgm:pt modelId="{8ECD675A-45BA-40C2-AAF3-754B07A9A38B}" type="pres">
      <dgm:prSet presAssocID="{A3F97FA9-0DE1-4F60-B347-08CE9CF7D99D}" presName="hierChild2" presStyleCnt="0"/>
      <dgm:spPr/>
    </dgm:pt>
  </dgm:ptLst>
  <dgm:cxnLst>
    <dgm:cxn modelId="{D95B4732-3EA5-4656-8A94-43AF7C3D55DD}" type="presOf" srcId="{D666671F-3E2C-4AA7-AD86-325050CEFE90}" destId="{9323E2A9-3AD4-4287-A92F-6978CF700612}" srcOrd="0" destOrd="0" presId="urn:microsoft.com/office/officeart/2005/8/layout/hierarchy1"/>
    <dgm:cxn modelId="{E47A1E46-9599-4DDB-B347-A4B4B9661D2C}" type="presOf" srcId="{37348318-690B-46D3-B589-75B1813D7968}" destId="{6F699323-0258-4C7D-9F96-3359D72077B8}" srcOrd="0" destOrd="0" presId="urn:microsoft.com/office/officeart/2005/8/layout/hierarchy1"/>
    <dgm:cxn modelId="{EF86F790-EAEC-43CC-93B7-73012D6D16A2}" srcId="{D666671F-3E2C-4AA7-AD86-325050CEFE90}" destId="{A3F97FA9-0DE1-4F60-B347-08CE9CF7D99D}" srcOrd="1" destOrd="0" parTransId="{4C199668-100F-4062-AEF0-E0C5BCBC17D7}" sibTransId="{14038BB8-1799-4651-B3AB-229BFE6F6849}"/>
    <dgm:cxn modelId="{6F9FD9AD-D3AA-4436-8180-A6CEAEC4CCDD}" type="presOf" srcId="{A3F97FA9-0DE1-4F60-B347-08CE9CF7D99D}" destId="{11B1D6B0-684E-4552-B829-FDA7149ACF4E}" srcOrd="0" destOrd="0" presId="urn:microsoft.com/office/officeart/2005/8/layout/hierarchy1"/>
    <dgm:cxn modelId="{16F470F4-3023-4436-8193-6790201CBFF9}" srcId="{D666671F-3E2C-4AA7-AD86-325050CEFE90}" destId="{37348318-690B-46D3-B589-75B1813D7968}" srcOrd="0" destOrd="0" parTransId="{88938334-B94C-4A1A-A04B-D2D43FCFBC2D}" sibTransId="{7D9EA068-AB4E-446B-8420-80764EA7E8C7}"/>
    <dgm:cxn modelId="{B68AFF50-33F9-48E0-9D13-7ECFC5DF6A8D}" type="presParOf" srcId="{9323E2A9-3AD4-4287-A92F-6978CF700612}" destId="{43C99B64-6B3B-4247-ACD2-D29816FBA960}" srcOrd="0" destOrd="0" presId="urn:microsoft.com/office/officeart/2005/8/layout/hierarchy1"/>
    <dgm:cxn modelId="{390DAC36-6D67-4A38-8723-E73F2B5002C8}" type="presParOf" srcId="{43C99B64-6B3B-4247-ACD2-D29816FBA960}" destId="{030FD68C-322A-46D6-A303-7266F5B6C713}" srcOrd="0" destOrd="0" presId="urn:microsoft.com/office/officeart/2005/8/layout/hierarchy1"/>
    <dgm:cxn modelId="{0AABA868-4A2D-452A-A903-951523535F4A}" type="presParOf" srcId="{030FD68C-322A-46D6-A303-7266F5B6C713}" destId="{D6E5D223-B691-4EB4-950F-2E699C687552}" srcOrd="0" destOrd="0" presId="urn:microsoft.com/office/officeart/2005/8/layout/hierarchy1"/>
    <dgm:cxn modelId="{BBECBF9B-91B0-4B9A-B8EF-93F7E74EA528}" type="presParOf" srcId="{030FD68C-322A-46D6-A303-7266F5B6C713}" destId="{6F699323-0258-4C7D-9F96-3359D72077B8}" srcOrd="1" destOrd="0" presId="urn:microsoft.com/office/officeart/2005/8/layout/hierarchy1"/>
    <dgm:cxn modelId="{1296F215-F6AE-4476-9808-2356CDF19369}" type="presParOf" srcId="{43C99B64-6B3B-4247-ACD2-D29816FBA960}" destId="{DB274F4C-3FCA-4C05-B2E9-7559D8D0CFC9}" srcOrd="1" destOrd="0" presId="urn:microsoft.com/office/officeart/2005/8/layout/hierarchy1"/>
    <dgm:cxn modelId="{DF0AC09D-F3A2-4D35-A92F-C2A6DAF38760}" type="presParOf" srcId="{9323E2A9-3AD4-4287-A92F-6978CF700612}" destId="{6C1BB789-86AA-42C5-B616-35F62E18D430}" srcOrd="1" destOrd="0" presId="urn:microsoft.com/office/officeart/2005/8/layout/hierarchy1"/>
    <dgm:cxn modelId="{9D54DB71-CCEC-4807-8129-DCDA6A8E3992}" type="presParOf" srcId="{6C1BB789-86AA-42C5-B616-35F62E18D430}" destId="{77956323-CF26-4C8A-8510-F3C49E136123}" srcOrd="0" destOrd="0" presId="urn:microsoft.com/office/officeart/2005/8/layout/hierarchy1"/>
    <dgm:cxn modelId="{2624013A-7530-4FE9-81B8-EEF8143672DA}" type="presParOf" srcId="{77956323-CF26-4C8A-8510-F3C49E136123}" destId="{62442BB8-8470-4496-BAFF-B28F4229172E}" srcOrd="0" destOrd="0" presId="urn:microsoft.com/office/officeart/2005/8/layout/hierarchy1"/>
    <dgm:cxn modelId="{AB885C17-A2BF-41FD-8A3D-F35419C0ECB9}" type="presParOf" srcId="{77956323-CF26-4C8A-8510-F3C49E136123}" destId="{11B1D6B0-684E-4552-B829-FDA7149ACF4E}" srcOrd="1" destOrd="0" presId="urn:microsoft.com/office/officeart/2005/8/layout/hierarchy1"/>
    <dgm:cxn modelId="{7CEBC782-1397-42CF-8DB9-4EA10827B091}" type="presParOf" srcId="{6C1BB789-86AA-42C5-B616-35F62E18D430}" destId="{8ECD675A-45BA-40C2-AAF3-754B07A9A38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C3AE49-3B8B-4BA9-AE1E-FBA6DFC93F02}" type="doc">
      <dgm:prSet loTypeId="urn:microsoft.com/office/officeart/2005/8/layout/hierarchy1" loCatId="hierarchy" qsTypeId="urn:microsoft.com/office/officeart/2005/8/quickstyle/simple1" qsCatId="simple" csTypeId="urn:microsoft.com/office/officeart/2005/8/colors/accent5_2" csCatId="accent5"/>
      <dgm:spPr/>
      <dgm:t>
        <a:bodyPr/>
        <a:lstStyle/>
        <a:p>
          <a:endParaRPr lang="en-US"/>
        </a:p>
      </dgm:t>
    </dgm:pt>
    <dgm:pt modelId="{5CDC4BA8-3777-4659-94D2-F6CE9A8F787B}">
      <dgm:prSet/>
      <dgm:spPr/>
      <dgm:t>
        <a:bodyPr/>
        <a:lstStyle/>
        <a:p>
          <a:r>
            <a:rPr kumimoji="1" lang="ja-JP"/>
            <a:t>クラウドコンピューティング</a:t>
          </a:r>
          <a:r>
            <a:rPr kumimoji="1" lang="en-US"/>
            <a:t>5</a:t>
          </a:r>
          <a:r>
            <a:rPr kumimoji="1" lang="ja-JP"/>
            <a:t>つの本質的特性</a:t>
          </a:r>
          <a:endParaRPr lang="en-US"/>
        </a:p>
      </dgm:t>
    </dgm:pt>
    <dgm:pt modelId="{6CEDFFAF-8BE9-40F5-B562-96691546DF97}" type="parTrans" cxnId="{FDAB45E4-3CC1-47F3-9F74-9783B082D1F2}">
      <dgm:prSet/>
      <dgm:spPr/>
      <dgm:t>
        <a:bodyPr/>
        <a:lstStyle/>
        <a:p>
          <a:endParaRPr lang="en-US"/>
        </a:p>
      </dgm:t>
    </dgm:pt>
    <dgm:pt modelId="{3A741FF2-5327-44B6-B8FA-EE7EF7BA5C9B}" type="sibTrans" cxnId="{FDAB45E4-3CC1-47F3-9F74-9783B082D1F2}">
      <dgm:prSet/>
      <dgm:spPr/>
      <dgm:t>
        <a:bodyPr/>
        <a:lstStyle/>
        <a:p>
          <a:endParaRPr lang="en-US"/>
        </a:p>
      </dgm:t>
    </dgm:pt>
    <dgm:pt modelId="{1D0B5121-8F76-4C6C-8900-4E3FC424F8EC}">
      <dgm:prSet/>
      <dgm:spPr/>
      <dgm:t>
        <a:bodyPr/>
        <a:lstStyle/>
        <a:p>
          <a:r>
            <a:rPr kumimoji="1" lang="en-US"/>
            <a:t>3</a:t>
          </a:r>
          <a:r>
            <a:rPr kumimoji="1" lang="ja-JP"/>
            <a:t>つのサービスモデル</a:t>
          </a:r>
          <a:endParaRPr lang="en-US"/>
        </a:p>
      </dgm:t>
    </dgm:pt>
    <dgm:pt modelId="{7B5A4A88-265E-4370-AE55-A282DE5AB541}" type="parTrans" cxnId="{106A62A1-B315-4222-B500-B5605B3E3DFC}">
      <dgm:prSet/>
      <dgm:spPr/>
      <dgm:t>
        <a:bodyPr/>
        <a:lstStyle/>
        <a:p>
          <a:endParaRPr lang="en-US"/>
        </a:p>
      </dgm:t>
    </dgm:pt>
    <dgm:pt modelId="{F34CFDAB-0627-4D74-A660-678280258F76}" type="sibTrans" cxnId="{106A62A1-B315-4222-B500-B5605B3E3DFC}">
      <dgm:prSet/>
      <dgm:spPr/>
      <dgm:t>
        <a:bodyPr/>
        <a:lstStyle/>
        <a:p>
          <a:endParaRPr lang="en-US"/>
        </a:p>
      </dgm:t>
    </dgm:pt>
    <dgm:pt modelId="{C5FCDF96-001A-42D4-AE62-F0A0938E99FB}">
      <dgm:prSet/>
      <dgm:spPr/>
      <dgm:t>
        <a:bodyPr/>
        <a:lstStyle/>
        <a:p>
          <a:r>
            <a:rPr kumimoji="1" lang="en-US"/>
            <a:t>4</a:t>
          </a:r>
          <a:r>
            <a:rPr kumimoji="1" lang="ja-JP"/>
            <a:t>つの展開モデル</a:t>
          </a:r>
          <a:endParaRPr lang="en-US"/>
        </a:p>
      </dgm:t>
    </dgm:pt>
    <dgm:pt modelId="{649EB4CB-EE60-4D4A-AAF8-F5456AEA5A92}" type="parTrans" cxnId="{CE595FD8-0C1F-455B-AE8D-702500E9358C}">
      <dgm:prSet/>
      <dgm:spPr/>
      <dgm:t>
        <a:bodyPr/>
        <a:lstStyle/>
        <a:p>
          <a:endParaRPr lang="en-US"/>
        </a:p>
      </dgm:t>
    </dgm:pt>
    <dgm:pt modelId="{CE057878-8954-45F4-AF92-64A02C5975E3}" type="sibTrans" cxnId="{CE595FD8-0C1F-455B-AE8D-702500E9358C}">
      <dgm:prSet/>
      <dgm:spPr/>
      <dgm:t>
        <a:bodyPr/>
        <a:lstStyle/>
        <a:p>
          <a:endParaRPr lang="en-US"/>
        </a:p>
      </dgm:t>
    </dgm:pt>
    <dgm:pt modelId="{B5C84298-1F3C-4A98-8727-797675318B8C}">
      <dgm:prSet/>
      <dgm:spPr/>
      <dgm:t>
        <a:bodyPr/>
        <a:lstStyle/>
        <a:p>
          <a:r>
            <a:rPr lang="ja-JP"/>
            <a:t>技術やビジネス実装に比較可能な分類体系を提供</a:t>
          </a:r>
          <a:endParaRPr lang="en-US"/>
        </a:p>
      </dgm:t>
    </dgm:pt>
    <dgm:pt modelId="{E383FF2C-E94B-48F7-9134-986E8F45BAEF}" type="parTrans" cxnId="{FD0E94FB-37D1-4206-A667-27565BC2DDBA}">
      <dgm:prSet/>
      <dgm:spPr/>
      <dgm:t>
        <a:bodyPr/>
        <a:lstStyle/>
        <a:p>
          <a:endParaRPr lang="en-US"/>
        </a:p>
      </dgm:t>
    </dgm:pt>
    <dgm:pt modelId="{B83B4641-4926-4D54-8E63-D9F79881E663}" type="sibTrans" cxnId="{FD0E94FB-37D1-4206-A667-27565BC2DDBA}">
      <dgm:prSet/>
      <dgm:spPr/>
      <dgm:t>
        <a:bodyPr/>
        <a:lstStyle/>
        <a:p>
          <a:endParaRPr lang="en-US"/>
        </a:p>
      </dgm:t>
    </dgm:pt>
    <dgm:pt modelId="{3517A5D2-D654-44D1-8E03-EDAC5E48F518}" type="pres">
      <dgm:prSet presAssocID="{3BC3AE49-3B8B-4BA9-AE1E-FBA6DFC93F02}" presName="hierChild1" presStyleCnt="0">
        <dgm:presLayoutVars>
          <dgm:chPref val="1"/>
          <dgm:dir/>
          <dgm:animOne val="branch"/>
          <dgm:animLvl val="lvl"/>
          <dgm:resizeHandles/>
        </dgm:presLayoutVars>
      </dgm:prSet>
      <dgm:spPr/>
    </dgm:pt>
    <dgm:pt modelId="{28E5CF15-0313-4618-8361-F8E8EA28EF11}" type="pres">
      <dgm:prSet presAssocID="{5CDC4BA8-3777-4659-94D2-F6CE9A8F787B}" presName="hierRoot1" presStyleCnt="0"/>
      <dgm:spPr/>
    </dgm:pt>
    <dgm:pt modelId="{CA366BD3-AFBB-4278-9845-BAA0EC1490BA}" type="pres">
      <dgm:prSet presAssocID="{5CDC4BA8-3777-4659-94D2-F6CE9A8F787B}" presName="composite" presStyleCnt="0"/>
      <dgm:spPr/>
    </dgm:pt>
    <dgm:pt modelId="{C18E4D2F-5348-481E-9654-873572FC474A}" type="pres">
      <dgm:prSet presAssocID="{5CDC4BA8-3777-4659-94D2-F6CE9A8F787B}" presName="background" presStyleLbl="node0" presStyleIdx="0" presStyleCnt="4"/>
      <dgm:spPr/>
    </dgm:pt>
    <dgm:pt modelId="{E766F800-D6E3-43D6-ADDC-645125D84309}" type="pres">
      <dgm:prSet presAssocID="{5CDC4BA8-3777-4659-94D2-F6CE9A8F787B}" presName="text" presStyleLbl="fgAcc0" presStyleIdx="0" presStyleCnt="4">
        <dgm:presLayoutVars>
          <dgm:chPref val="3"/>
        </dgm:presLayoutVars>
      </dgm:prSet>
      <dgm:spPr/>
    </dgm:pt>
    <dgm:pt modelId="{AA3EDD0D-CDB0-41CD-B734-F2A6EE42CF1A}" type="pres">
      <dgm:prSet presAssocID="{5CDC4BA8-3777-4659-94D2-F6CE9A8F787B}" presName="hierChild2" presStyleCnt="0"/>
      <dgm:spPr/>
    </dgm:pt>
    <dgm:pt modelId="{BAF7ADA4-B3C1-458F-B956-A5038F99EE0D}" type="pres">
      <dgm:prSet presAssocID="{1D0B5121-8F76-4C6C-8900-4E3FC424F8EC}" presName="hierRoot1" presStyleCnt="0"/>
      <dgm:spPr/>
    </dgm:pt>
    <dgm:pt modelId="{F2C7FF68-14EE-4305-AC50-2650069BE140}" type="pres">
      <dgm:prSet presAssocID="{1D0B5121-8F76-4C6C-8900-4E3FC424F8EC}" presName="composite" presStyleCnt="0"/>
      <dgm:spPr/>
    </dgm:pt>
    <dgm:pt modelId="{7AAA6E71-364D-4043-A610-B72CF5486F83}" type="pres">
      <dgm:prSet presAssocID="{1D0B5121-8F76-4C6C-8900-4E3FC424F8EC}" presName="background" presStyleLbl="node0" presStyleIdx="1" presStyleCnt="4"/>
      <dgm:spPr/>
    </dgm:pt>
    <dgm:pt modelId="{F2752DFF-91C3-4CC0-928F-D0D3ABC45ECA}" type="pres">
      <dgm:prSet presAssocID="{1D0B5121-8F76-4C6C-8900-4E3FC424F8EC}" presName="text" presStyleLbl="fgAcc0" presStyleIdx="1" presStyleCnt="4">
        <dgm:presLayoutVars>
          <dgm:chPref val="3"/>
        </dgm:presLayoutVars>
      </dgm:prSet>
      <dgm:spPr/>
    </dgm:pt>
    <dgm:pt modelId="{D6B0F10E-F49D-4DAB-8E04-7C0FFB6C8A33}" type="pres">
      <dgm:prSet presAssocID="{1D0B5121-8F76-4C6C-8900-4E3FC424F8EC}" presName="hierChild2" presStyleCnt="0"/>
      <dgm:spPr/>
    </dgm:pt>
    <dgm:pt modelId="{57A47AE0-0022-4E27-98D9-337FBDD658E9}" type="pres">
      <dgm:prSet presAssocID="{C5FCDF96-001A-42D4-AE62-F0A0938E99FB}" presName="hierRoot1" presStyleCnt="0"/>
      <dgm:spPr/>
    </dgm:pt>
    <dgm:pt modelId="{C032FC32-19FB-4DB1-A9D8-FF8E50B3C10F}" type="pres">
      <dgm:prSet presAssocID="{C5FCDF96-001A-42D4-AE62-F0A0938E99FB}" presName="composite" presStyleCnt="0"/>
      <dgm:spPr/>
    </dgm:pt>
    <dgm:pt modelId="{4E7EE934-1DF8-4E73-B52D-C6A5C3742D15}" type="pres">
      <dgm:prSet presAssocID="{C5FCDF96-001A-42D4-AE62-F0A0938E99FB}" presName="background" presStyleLbl="node0" presStyleIdx="2" presStyleCnt="4"/>
      <dgm:spPr/>
    </dgm:pt>
    <dgm:pt modelId="{F05726B2-89F8-4649-8B66-A4F514E8D5FA}" type="pres">
      <dgm:prSet presAssocID="{C5FCDF96-001A-42D4-AE62-F0A0938E99FB}" presName="text" presStyleLbl="fgAcc0" presStyleIdx="2" presStyleCnt="4">
        <dgm:presLayoutVars>
          <dgm:chPref val="3"/>
        </dgm:presLayoutVars>
      </dgm:prSet>
      <dgm:spPr/>
    </dgm:pt>
    <dgm:pt modelId="{EB1853A1-3AE5-41DA-A5B5-653915A48862}" type="pres">
      <dgm:prSet presAssocID="{C5FCDF96-001A-42D4-AE62-F0A0938E99FB}" presName="hierChild2" presStyleCnt="0"/>
      <dgm:spPr/>
    </dgm:pt>
    <dgm:pt modelId="{217267F0-FEFC-46A8-ADD9-4BF0D0C93241}" type="pres">
      <dgm:prSet presAssocID="{B5C84298-1F3C-4A98-8727-797675318B8C}" presName="hierRoot1" presStyleCnt="0"/>
      <dgm:spPr/>
    </dgm:pt>
    <dgm:pt modelId="{68903DD1-301B-4AE9-B334-0DC568E2BB60}" type="pres">
      <dgm:prSet presAssocID="{B5C84298-1F3C-4A98-8727-797675318B8C}" presName="composite" presStyleCnt="0"/>
      <dgm:spPr/>
    </dgm:pt>
    <dgm:pt modelId="{C684C30E-AE68-4427-9539-3B33D5EA8230}" type="pres">
      <dgm:prSet presAssocID="{B5C84298-1F3C-4A98-8727-797675318B8C}" presName="background" presStyleLbl="node0" presStyleIdx="3" presStyleCnt="4"/>
      <dgm:spPr/>
    </dgm:pt>
    <dgm:pt modelId="{464AA1A7-A359-48D2-839A-4FF75124717B}" type="pres">
      <dgm:prSet presAssocID="{B5C84298-1F3C-4A98-8727-797675318B8C}" presName="text" presStyleLbl="fgAcc0" presStyleIdx="3" presStyleCnt="4">
        <dgm:presLayoutVars>
          <dgm:chPref val="3"/>
        </dgm:presLayoutVars>
      </dgm:prSet>
      <dgm:spPr/>
    </dgm:pt>
    <dgm:pt modelId="{5E5A020F-85FC-4DF2-8AF2-F45869AFA6F9}" type="pres">
      <dgm:prSet presAssocID="{B5C84298-1F3C-4A98-8727-797675318B8C}" presName="hierChild2" presStyleCnt="0"/>
      <dgm:spPr/>
    </dgm:pt>
  </dgm:ptLst>
  <dgm:cxnLst>
    <dgm:cxn modelId="{44B09233-CB58-476B-BC6C-E9238F33409F}" type="presOf" srcId="{3BC3AE49-3B8B-4BA9-AE1E-FBA6DFC93F02}" destId="{3517A5D2-D654-44D1-8E03-EDAC5E48F518}" srcOrd="0" destOrd="0" presId="urn:microsoft.com/office/officeart/2005/8/layout/hierarchy1"/>
    <dgm:cxn modelId="{A786024C-5B6F-4723-96F4-445DAF5C493F}" type="presOf" srcId="{C5FCDF96-001A-42D4-AE62-F0A0938E99FB}" destId="{F05726B2-89F8-4649-8B66-A4F514E8D5FA}" srcOrd="0" destOrd="0" presId="urn:microsoft.com/office/officeart/2005/8/layout/hierarchy1"/>
    <dgm:cxn modelId="{831FFB86-B551-47E5-8957-475C98ECDEBA}" type="presOf" srcId="{B5C84298-1F3C-4A98-8727-797675318B8C}" destId="{464AA1A7-A359-48D2-839A-4FF75124717B}" srcOrd="0" destOrd="0" presId="urn:microsoft.com/office/officeart/2005/8/layout/hierarchy1"/>
    <dgm:cxn modelId="{106A62A1-B315-4222-B500-B5605B3E3DFC}" srcId="{3BC3AE49-3B8B-4BA9-AE1E-FBA6DFC93F02}" destId="{1D0B5121-8F76-4C6C-8900-4E3FC424F8EC}" srcOrd="1" destOrd="0" parTransId="{7B5A4A88-265E-4370-AE55-A282DE5AB541}" sibTransId="{F34CFDAB-0627-4D74-A660-678280258F76}"/>
    <dgm:cxn modelId="{6AB99EC8-FC49-4BE6-A0B4-9C80E9CB4C8F}" type="presOf" srcId="{1D0B5121-8F76-4C6C-8900-4E3FC424F8EC}" destId="{F2752DFF-91C3-4CC0-928F-D0D3ABC45ECA}" srcOrd="0" destOrd="0" presId="urn:microsoft.com/office/officeart/2005/8/layout/hierarchy1"/>
    <dgm:cxn modelId="{CE595FD8-0C1F-455B-AE8D-702500E9358C}" srcId="{3BC3AE49-3B8B-4BA9-AE1E-FBA6DFC93F02}" destId="{C5FCDF96-001A-42D4-AE62-F0A0938E99FB}" srcOrd="2" destOrd="0" parTransId="{649EB4CB-EE60-4D4A-AAF8-F5456AEA5A92}" sibTransId="{CE057878-8954-45F4-AF92-64A02C5975E3}"/>
    <dgm:cxn modelId="{FDAB45E4-3CC1-47F3-9F74-9783B082D1F2}" srcId="{3BC3AE49-3B8B-4BA9-AE1E-FBA6DFC93F02}" destId="{5CDC4BA8-3777-4659-94D2-F6CE9A8F787B}" srcOrd="0" destOrd="0" parTransId="{6CEDFFAF-8BE9-40F5-B562-96691546DF97}" sibTransId="{3A741FF2-5327-44B6-B8FA-EE7EF7BA5C9B}"/>
    <dgm:cxn modelId="{128FA1F0-2773-4076-853C-520D6DB6D684}" type="presOf" srcId="{5CDC4BA8-3777-4659-94D2-F6CE9A8F787B}" destId="{E766F800-D6E3-43D6-ADDC-645125D84309}" srcOrd="0" destOrd="0" presId="urn:microsoft.com/office/officeart/2005/8/layout/hierarchy1"/>
    <dgm:cxn modelId="{FD0E94FB-37D1-4206-A667-27565BC2DDBA}" srcId="{3BC3AE49-3B8B-4BA9-AE1E-FBA6DFC93F02}" destId="{B5C84298-1F3C-4A98-8727-797675318B8C}" srcOrd="3" destOrd="0" parTransId="{E383FF2C-E94B-48F7-9134-986E8F45BAEF}" sibTransId="{B83B4641-4926-4D54-8E63-D9F79881E663}"/>
    <dgm:cxn modelId="{88D22080-1FB4-49BC-AA67-E3E9711834F4}" type="presParOf" srcId="{3517A5D2-D654-44D1-8E03-EDAC5E48F518}" destId="{28E5CF15-0313-4618-8361-F8E8EA28EF11}" srcOrd="0" destOrd="0" presId="urn:microsoft.com/office/officeart/2005/8/layout/hierarchy1"/>
    <dgm:cxn modelId="{1B9511BE-5E12-41AF-80A8-BE270F94A7B0}" type="presParOf" srcId="{28E5CF15-0313-4618-8361-F8E8EA28EF11}" destId="{CA366BD3-AFBB-4278-9845-BAA0EC1490BA}" srcOrd="0" destOrd="0" presId="urn:microsoft.com/office/officeart/2005/8/layout/hierarchy1"/>
    <dgm:cxn modelId="{EB5E8973-697F-4D6C-8254-368ACF55BE1D}" type="presParOf" srcId="{CA366BD3-AFBB-4278-9845-BAA0EC1490BA}" destId="{C18E4D2F-5348-481E-9654-873572FC474A}" srcOrd="0" destOrd="0" presId="urn:microsoft.com/office/officeart/2005/8/layout/hierarchy1"/>
    <dgm:cxn modelId="{7808DAF0-9ACE-4A34-8340-1899B862E19F}" type="presParOf" srcId="{CA366BD3-AFBB-4278-9845-BAA0EC1490BA}" destId="{E766F800-D6E3-43D6-ADDC-645125D84309}" srcOrd="1" destOrd="0" presId="urn:microsoft.com/office/officeart/2005/8/layout/hierarchy1"/>
    <dgm:cxn modelId="{9C11FDEE-B0A3-4FCC-8B09-D6A545BC5AC2}" type="presParOf" srcId="{28E5CF15-0313-4618-8361-F8E8EA28EF11}" destId="{AA3EDD0D-CDB0-41CD-B734-F2A6EE42CF1A}" srcOrd="1" destOrd="0" presId="urn:microsoft.com/office/officeart/2005/8/layout/hierarchy1"/>
    <dgm:cxn modelId="{CE13D1CD-6A4B-4B35-8534-39E49853BB67}" type="presParOf" srcId="{3517A5D2-D654-44D1-8E03-EDAC5E48F518}" destId="{BAF7ADA4-B3C1-458F-B956-A5038F99EE0D}" srcOrd="1" destOrd="0" presId="urn:microsoft.com/office/officeart/2005/8/layout/hierarchy1"/>
    <dgm:cxn modelId="{7ED96926-2F12-428C-AA37-4B6A4BC6E3EC}" type="presParOf" srcId="{BAF7ADA4-B3C1-458F-B956-A5038F99EE0D}" destId="{F2C7FF68-14EE-4305-AC50-2650069BE140}" srcOrd="0" destOrd="0" presId="urn:microsoft.com/office/officeart/2005/8/layout/hierarchy1"/>
    <dgm:cxn modelId="{37DC86E4-8DB0-419D-A1FF-1F697EE48653}" type="presParOf" srcId="{F2C7FF68-14EE-4305-AC50-2650069BE140}" destId="{7AAA6E71-364D-4043-A610-B72CF5486F83}" srcOrd="0" destOrd="0" presId="urn:microsoft.com/office/officeart/2005/8/layout/hierarchy1"/>
    <dgm:cxn modelId="{65CD62B7-0486-426C-BA08-FDCC80168BF6}" type="presParOf" srcId="{F2C7FF68-14EE-4305-AC50-2650069BE140}" destId="{F2752DFF-91C3-4CC0-928F-D0D3ABC45ECA}" srcOrd="1" destOrd="0" presId="urn:microsoft.com/office/officeart/2005/8/layout/hierarchy1"/>
    <dgm:cxn modelId="{F3684AB6-D405-45D3-8833-694F1F60E88B}" type="presParOf" srcId="{BAF7ADA4-B3C1-458F-B956-A5038F99EE0D}" destId="{D6B0F10E-F49D-4DAB-8E04-7C0FFB6C8A33}" srcOrd="1" destOrd="0" presId="urn:microsoft.com/office/officeart/2005/8/layout/hierarchy1"/>
    <dgm:cxn modelId="{58BDF53D-EEF2-4D2D-AB29-A423A855BAA4}" type="presParOf" srcId="{3517A5D2-D654-44D1-8E03-EDAC5E48F518}" destId="{57A47AE0-0022-4E27-98D9-337FBDD658E9}" srcOrd="2" destOrd="0" presId="urn:microsoft.com/office/officeart/2005/8/layout/hierarchy1"/>
    <dgm:cxn modelId="{8D06E666-EB9B-49A5-88E1-70BF72F60A65}" type="presParOf" srcId="{57A47AE0-0022-4E27-98D9-337FBDD658E9}" destId="{C032FC32-19FB-4DB1-A9D8-FF8E50B3C10F}" srcOrd="0" destOrd="0" presId="urn:microsoft.com/office/officeart/2005/8/layout/hierarchy1"/>
    <dgm:cxn modelId="{99B7081D-2133-4658-B897-14FB348F5695}" type="presParOf" srcId="{C032FC32-19FB-4DB1-A9D8-FF8E50B3C10F}" destId="{4E7EE934-1DF8-4E73-B52D-C6A5C3742D15}" srcOrd="0" destOrd="0" presId="urn:microsoft.com/office/officeart/2005/8/layout/hierarchy1"/>
    <dgm:cxn modelId="{533DBD98-1203-4CED-B879-FADDD2B7EE1B}" type="presParOf" srcId="{C032FC32-19FB-4DB1-A9D8-FF8E50B3C10F}" destId="{F05726B2-89F8-4649-8B66-A4F514E8D5FA}" srcOrd="1" destOrd="0" presId="urn:microsoft.com/office/officeart/2005/8/layout/hierarchy1"/>
    <dgm:cxn modelId="{47F986F5-60E2-459B-801D-F37D4E1CE06C}" type="presParOf" srcId="{57A47AE0-0022-4E27-98D9-337FBDD658E9}" destId="{EB1853A1-3AE5-41DA-A5B5-653915A48862}" srcOrd="1" destOrd="0" presId="urn:microsoft.com/office/officeart/2005/8/layout/hierarchy1"/>
    <dgm:cxn modelId="{8A874A71-F4BA-4D85-9ECA-A5491C04654B}" type="presParOf" srcId="{3517A5D2-D654-44D1-8E03-EDAC5E48F518}" destId="{217267F0-FEFC-46A8-ADD9-4BF0D0C93241}" srcOrd="3" destOrd="0" presId="urn:microsoft.com/office/officeart/2005/8/layout/hierarchy1"/>
    <dgm:cxn modelId="{AFAC6448-0201-4CA7-A1A9-62FA98922C98}" type="presParOf" srcId="{217267F0-FEFC-46A8-ADD9-4BF0D0C93241}" destId="{68903DD1-301B-4AE9-B334-0DC568E2BB60}" srcOrd="0" destOrd="0" presId="urn:microsoft.com/office/officeart/2005/8/layout/hierarchy1"/>
    <dgm:cxn modelId="{01DA87B2-2333-4BE8-BD7A-5CA266BB51F2}" type="presParOf" srcId="{68903DD1-301B-4AE9-B334-0DC568E2BB60}" destId="{C684C30E-AE68-4427-9539-3B33D5EA8230}" srcOrd="0" destOrd="0" presId="urn:microsoft.com/office/officeart/2005/8/layout/hierarchy1"/>
    <dgm:cxn modelId="{62E0A42D-73F6-4056-B0AB-FADD18EDF529}" type="presParOf" srcId="{68903DD1-301B-4AE9-B334-0DC568E2BB60}" destId="{464AA1A7-A359-48D2-839A-4FF75124717B}" srcOrd="1" destOrd="0" presId="urn:microsoft.com/office/officeart/2005/8/layout/hierarchy1"/>
    <dgm:cxn modelId="{64D46FED-B85E-4303-9CC7-037AD4D1A708}" type="presParOf" srcId="{217267F0-FEFC-46A8-ADD9-4BF0D0C93241}" destId="{5E5A020F-85FC-4DF2-8AF2-F45869AFA6F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BE2BB4-5F1E-4B89-912B-A258BB08CA41}" type="doc">
      <dgm:prSet loTypeId="urn:microsoft.com/office/officeart/2005/8/layout/hierarchy3" loCatId="hierarchy" qsTypeId="urn:microsoft.com/office/officeart/2005/8/quickstyle/simple1" qsCatId="simple" csTypeId="urn:microsoft.com/office/officeart/2005/8/colors/colorful1" csCatId="colorful"/>
      <dgm:spPr/>
      <dgm:t>
        <a:bodyPr/>
        <a:lstStyle/>
        <a:p>
          <a:endParaRPr lang="en-US"/>
        </a:p>
      </dgm:t>
    </dgm:pt>
    <dgm:pt modelId="{A8AFE247-E540-43F5-8014-CEB574BABCCB}">
      <dgm:prSet/>
      <dgm:spPr/>
      <dgm:t>
        <a:bodyPr/>
        <a:lstStyle/>
        <a:p>
          <a:r>
            <a:rPr kumimoji="1" lang="ja-JP"/>
            <a:t>クラウドの中心設計の限界を補完する</a:t>
          </a:r>
          <a:endParaRPr lang="en-US"/>
        </a:p>
      </dgm:t>
    </dgm:pt>
    <dgm:pt modelId="{F9F2A4B8-BC63-4101-AB85-21380361D77E}" type="parTrans" cxnId="{9DE5AB19-1287-41B8-B4FD-40496A07A5F9}">
      <dgm:prSet/>
      <dgm:spPr/>
      <dgm:t>
        <a:bodyPr/>
        <a:lstStyle/>
        <a:p>
          <a:endParaRPr lang="en-US"/>
        </a:p>
      </dgm:t>
    </dgm:pt>
    <dgm:pt modelId="{23A58A82-83C6-49D9-9D3E-535D9A9DBB43}" type="sibTrans" cxnId="{9DE5AB19-1287-41B8-B4FD-40496A07A5F9}">
      <dgm:prSet/>
      <dgm:spPr/>
      <dgm:t>
        <a:bodyPr/>
        <a:lstStyle/>
        <a:p>
          <a:endParaRPr lang="en-US"/>
        </a:p>
      </dgm:t>
    </dgm:pt>
    <dgm:pt modelId="{DA5F33D8-A987-4317-AED2-6C4EE960C5B3}">
      <dgm:prSet/>
      <dgm:spPr/>
      <dgm:t>
        <a:bodyPr/>
        <a:lstStyle/>
        <a:p>
          <a:r>
            <a:rPr lang="ja-JP"/>
            <a:t>リアルタイム処理を想定</a:t>
          </a:r>
          <a:endParaRPr lang="en-US"/>
        </a:p>
      </dgm:t>
    </dgm:pt>
    <dgm:pt modelId="{37A9C641-CD61-44A9-889D-EA26613DC662}" type="parTrans" cxnId="{FB19975C-75CB-4B9E-826A-14C8A33DA534}">
      <dgm:prSet/>
      <dgm:spPr/>
      <dgm:t>
        <a:bodyPr/>
        <a:lstStyle/>
        <a:p>
          <a:endParaRPr lang="en-US"/>
        </a:p>
      </dgm:t>
    </dgm:pt>
    <dgm:pt modelId="{064ED02C-A963-4E14-91B9-875974E5EC55}" type="sibTrans" cxnId="{FB19975C-75CB-4B9E-826A-14C8A33DA534}">
      <dgm:prSet/>
      <dgm:spPr/>
      <dgm:t>
        <a:bodyPr/>
        <a:lstStyle/>
        <a:p>
          <a:endParaRPr lang="en-US"/>
        </a:p>
      </dgm:t>
    </dgm:pt>
    <dgm:pt modelId="{96732B5A-6609-417E-84CA-247619CD1F9E}" type="pres">
      <dgm:prSet presAssocID="{84BE2BB4-5F1E-4B89-912B-A258BB08CA41}" presName="diagram" presStyleCnt="0">
        <dgm:presLayoutVars>
          <dgm:chPref val="1"/>
          <dgm:dir/>
          <dgm:animOne val="branch"/>
          <dgm:animLvl val="lvl"/>
          <dgm:resizeHandles/>
        </dgm:presLayoutVars>
      </dgm:prSet>
      <dgm:spPr/>
    </dgm:pt>
    <dgm:pt modelId="{DDEF4D89-C3FE-4A2C-B9CE-871D8872D136}" type="pres">
      <dgm:prSet presAssocID="{A8AFE247-E540-43F5-8014-CEB574BABCCB}" presName="root" presStyleCnt="0"/>
      <dgm:spPr/>
    </dgm:pt>
    <dgm:pt modelId="{D9FC2223-4BC5-4626-87C4-AE6993774374}" type="pres">
      <dgm:prSet presAssocID="{A8AFE247-E540-43F5-8014-CEB574BABCCB}" presName="rootComposite" presStyleCnt="0"/>
      <dgm:spPr/>
    </dgm:pt>
    <dgm:pt modelId="{173EF3B8-F363-497F-91C2-23E02E419C7D}" type="pres">
      <dgm:prSet presAssocID="{A8AFE247-E540-43F5-8014-CEB574BABCCB}" presName="rootText" presStyleLbl="node1" presStyleIdx="0" presStyleCnt="2"/>
      <dgm:spPr/>
    </dgm:pt>
    <dgm:pt modelId="{5EDE22BD-D8BF-43F4-9A71-60CE34B4F57E}" type="pres">
      <dgm:prSet presAssocID="{A8AFE247-E540-43F5-8014-CEB574BABCCB}" presName="rootConnector" presStyleLbl="node1" presStyleIdx="0" presStyleCnt="2"/>
      <dgm:spPr/>
    </dgm:pt>
    <dgm:pt modelId="{32A5785E-B2DD-4C44-8098-A9C6B5C3DC34}" type="pres">
      <dgm:prSet presAssocID="{A8AFE247-E540-43F5-8014-CEB574BABCCB}" presName="childShape" presStyleCnt="0"/>
      <dgm:spPr/>
    </dgm:pt>
    <dgm:pt modelId="{48216B15-B270-4EF2-BC2E-29E6016C8121}" type="pres">
      <dgm:prSet presAssocID="{DA5F33D8-A987-4317-AED2-6C4EE960C5B3}" presName="root" presStyleCnt="0"/>
      <dgm:spPr/>
    </dgm:pt>
    <dgm:pt modelId="{CC124996-522E-4EB2-B295-EE63D80176EC}" type="pres">
      <dgm:prSet presAssocID="{DA5F33D8-A987-4317-AED2-6C4EE960C5B3}" presName="rootComposite" presStyleCnt="0"/>
      <dgm:spPr/>
    </dgm:pt>
    <dgm:pt modelId="{84D28047-B7C2-459B-8083-99D67E266276}" type="pres">
      <dgm:prSet presAssocID="{DA5F33D8-A987-4317-AED2-6C4EE960C5B3}" presName="rootText" presStyleLbl="node1" presStyleIdx="1" presStyleCnt="2"/>
      <dgm:spPr/>
    </dgm:pt>
    <dgm:pt modelId="{39D711CB-6033-4D43-B552-89655371A77F}" type="pres">
      <dgm:prSet presAssocID="{DA5F33D8-A987-4317-AED2-6C4EE960C5B3}" presName="rootConnector" presStyleLbl="node1" presStyleIdx="1" presStyleCnt="2"/>
      <dgm:spPr/>
    </dgm:pt>
    <dgm:pt modelId="{905E7F5C-96F7-46D0-9A63-8DD451B69357}" type="pres">
      <dgm:prSet presAssocID="{DA5F33D8-A987-4317-AED2-6C4EE960C5B3}" presName="childShape" presStyleCnt="0"/>
      <dgm:spPr/>
    </dgm:pt>
  </dgm:ptLst>
  <dgm:cxnLst>
    <dgm:cxn modelId="{9DE5AB19-1287-41B8-B4FD-40496A07A5F9}" srcId="{84BE2BB4-5F1E-4B89-912B-A258BB08CA41}" destId="{A8AFE247-E540-43F5-8014-CEB574BABCCB}" srcOrd="0" destOrd="0" parTransId="{F9F2A4B8-BC63-4101-AB85-21380361D77E}" sibTransId="{23A58A82-83C6-49D9-9D3E-535D9A9DBB43}"/>
    <dgm:cxn modelId="{B3282330-92B7-42D8-B397-81F11B4BB61E}" type="presOf" srcId="{A8AFE247-E540-43F5-8014-CEB574BABCCB}" destId="{5EDE22BD-D8BF-43F4-9A71-60CE34B4F57E}" srcOrd="1" destOrd="0" presId="urn:microsoft.com/office/officeart/2005/8/layout/hierarchy3"/>
    <dgm:cxn modelId="{FB19975C-75CB-4B9E-826A-14C8A33DA534}" srcId="{84BE2BB4-5F1E-4B89-912B-A258BB08CA41}" destId="{DA5F33D8-A987-4317-AED2-6C4EE960C5B3}" srcOrd="1" destOrd="0" parTransId="{37A9C641-CD61-44A9-889D-EA26613DC662}" sibTransId="{064ED02C-A963-4E14-91B9-875974E5EC55}"/>
    <dgm:cxn modelId="{9310FE88-19F5-4F17-AC75-FAAF8E813D1D}" type="presOf" srcId="{84BE2BB4-5F1E-4B89-912B-A258BB08CA41}" destId="{96732B5A-6609-417E-84CA-247619CD1F9E}" srcOrd="0" destOrd="0" presId="urn:microsoft.com/office/officeart/2005/8/layout/hierarchy3"/>
    <dgm:cxn modelId="{F6F542C7-DB76-4776-9FD7-1A122E8FBDDC}" type="presOf" srcId="{DA5F33D8-A987-4317-AED2-6C4EE960C5B3}" destId="{84D28047-B7C2-459B-8083-99D67E266276}" srcOrd="0" destOrd="0" presId="urn:microsoft.com/office/officeart/2005/8/layout/hierarchy3"/>
    <dgm:cxn modelId="{07B2C4CA-E61F-4939-B177-E281ADF63831}" type="presOf" srcId="{A8AFE247-E540-43F5-8014-CEB574BABCCB}" destId="{173EF3B8-F363-497F-91C2-23E02E419C7D}" srcOrd="0" destOrd="0" presId="urn:microsoft.com/office/officeart/2005/8/layout/hierarchy3"/>
    <dgm:cxn modelId="{67D9D9FB-96D9-4423-BDA7-B74E4C028114}" type="presOf" srcId="{DA5F33D8-A987-4317-AED2-6C4EE960C5B3}" destId="{39D711CB-6033-4D43-B552-89655371A77F}" srcOrd="1" destOrd="0" presId="urn:microsoft.com/office/officeart/2005/8/layout/hierarchy3"/>
    <dgm:cxn modelId="{4123AAC1-AE74-4FF0-9D55-1238A1CB2FDF}" type="presParOf" srcId="{96732B5A-6609-417E-84CA-247619CD1F9E}" destId="{DDEF4D89-C3FE-4A2C-B9CE-871D8872D136}" srcOrd="0" destOrd="0" presId="urn:microsoft.com/office/officeart/2005/8/layout/hierarchy3"/>
    <dgm:cxn modelId="{DFE6B770-6854-4144-B433-3CEF23A0F24F}" type="presParOf" srcId="{DDEF4D89-C3FE-4A2C-B9CE-871D8872D136}" destId="{D9FC2223-4BC5-4626-87C4-AE6993774374}" srcOrd="0" destOrd="0" presId="urn:microsoft.com/office/officeart/2005/8/layout/hierarchy3"/>
    <dgm:cxn modelId="{DF1CEB9A-32C3-48E6-82B8-411DCCF8036A}" type="presParOf" srcId="{D9FC2223-4BC5-4626-87C4-AE6993774374}" destId="{173EF3B8-F363-497F-91C2-23E02E419C7D}" srcOrd="0" destOrd="0" presId="urn:microsoft.com/office/officeart/2005/8/layout/hierarchy3"/>
    <dgm:cxn modelId="{0A9EC9B3-18D4-4F1B-872A-A0D4CBF7A33B}" type="presParOf" srcId="{D9FC2223-4BC5-4626-87C4-AE6993774374}" destId="{5EDE22BD-D8BF-43F4-9A71-60CE34B4F57E}" srcOrd="1" destOrd="0" presId="urn:microsoft.com/office/officeart/2005/8/layout/hierarchy3"/>
    <dgm:cxn modelId="{2EEB94EF-E0BA-4160-B008-C1285090B14E}" type="presParOf" srcId="{DDEF4D89-C3FE-4A2C-B9CE-871D8872D136}" destId="{32A5785E-B2DD-4C44-8098-A9C6B5C3DC34}" srcOrd="1" destOrd="0" presId="urn:microsoft.com/office/officeart/2005/8/layout/hierarchy3"/>
    <dgm:cxn modelId="{25B7DF52-3A9A-4A50-9592-62E31B48F789}" type="presParOf" srcId="{96732B5A-6609-417E-84CA-247619CD1F9E}" destId="{48216B15-B270-4EF2-BC2E-29E6016C8121}" srcOrd="1" destOrd="0" presId="urn:microsoft.com/office/officeart/2005/8/layout/hierarchy3"/>
    <dgm:cxn modelId="{41483474-DB78-480B-B767-DF719D48BE7F}" type="presParOf" srcId="{48216B15-B270-4EF2-BC2E-29E6016C8121}" destId="{CC124996-522E-4EB2-B295-EE63D80176EC}" srcOrd="0" destOrd="0" presId="urn:microsoft.com/office/officeart/2005/8/layout/hierarchy3"/>
    <dgm:cxn modelId="{5DA8F735-C088-4C77-9E8C-DDA7ADB44357}" type="presParOf" srcId="{CC124996-522E-4EB2-B295-EE63D80176EC}" destId="{84D28047-B7C2-459B-8083-99D67E266276}" srcOrd="0" destOrd="0" presId="urn:microsoft.com/office/officeart/2005/8/layout/hierarchy3"/>
    <dgm:cxn modelId="{C40C1EED-1C6D-42C2-901A-609E1C23582F}" type="presParOf" srcId="{CC124996-522E-4EB2-B295-EE63D80176EC}" destId="{39D711CB-6033-4D43-B552-89655371A77F}" srcOrd="1" destOrd="0" presId="urn:microsoft.com/office/officeart/2005/8/layout/hierarchy3"/>
    <dgm:cxn modelId="{1685562D-5348-4246-9007-BC1499D60359}" type="presParOf" srcId="{48216B15-B270-4EF2-BC2E-29E6016C8121}" destId="{905E7F5C-96F7-46D0-9A63-8DD451B6935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970A9E6-8288-45AC-81E8-1EAC08114F3A}"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22FAD2E3-C57A-4346-AE7B-A53A53DEB0B3}">
      <dgm:prSet/>
      <dgm:spPr/>
      <dgm:t>
        <a:bodyPr/>
        <a:lstStyle/>
        <a:p>
          <a:r>
            <a:rPr lang="ja-JP"/>
            <a:t>フォグはクラウドの代替ではない</a:t>
          </a:r>
          <a:endParaRPr lang="en-US"/>
        </a:p>
      </dgm:t>
    </dgm:pt>
    <dgm:pt modelId="{8DCAFE2D-74B3-4237-973E-F8904CEA0DA6}" type="parTrans" cxnId="{2592CECF-C342-47A6-AD24-8F53367AD080}">
      <dgm:prSet/>
      <dgm:spPr/>
      <dgm:t>
        <a:bodyPr/>
        <a:lstStyle/>
        <a:p>
          <a:endParaRPr lang="en-US"/>
        </a:p>
      </dgm:t>
    </dgm:pt>
    <dgm:pt modelId="{EEC9A7C7-D14B-48D7-AF3D-2DEDAAF3CC0F}" type="sibTrans" cxnId="{2592CECF-C342-47A6-AD24-8F53367AD080}">
      <dgm:prSet/>
      <dgm:spPr/>
      <dgm:t>
        <a:bodyPr/>
        <a:lstStyle/>
        <a:p>
          <a:endParaRPr lang="en-US"/>
        </a:p>
      </dgm:t>
    </dgm:pt>
    <dgm:pt modelId="{ADBE126E-1D1D-4F05-8DD9-F4C8A2B268B8}">
      <dgm:prSet/>
      <dgm:spPr/>
      <dgm:t>
        <a:bodyPr/>
        <a:lstStyle/>
        <a:p>
          <a:r>
            <a:rPr kumimoji="1" lang="ja-JP"/>
            <a:t>中間層として機能を主張</a:t>
          </a:r>
          <a:endParaRPr lang="en-US"/>
        </a:p>
      </dgm:t>
    </dgm:pt>
    <dgm:pt modelId="{3775C2D9-4378-429A-B20F-EFB0397CACCF}" type="parTrans" cxnId="{7FDAB61C-F739-4E7E-8B3E-AD4332F01DCD}">
      <dgm:prSet/>
      <dgm:spPr/>
      <dgm:t>
        <a:bodyPr/>
        <a:lstStyle/>
        <a:p>
          <a:endParaRPr lang="en-US"/>
        </a:p>
      </dgm:t>
    </dgm:pt>
    <dgm:pt modelId="{D12013F7-1BBA-4CD3-A9E8-E9F1C1CF243A}" type="sibTrans" cxnId="{7FDAB61C-F739-4E7E-8B3E-AD4332F01DCD}">
      <dgm:prSet/>
      <dgm:spPr/>
      <dgm:t>
        <a:bodyPr/>
        <a:lstStyle/>
        <a:p>
          <a:endParaRPr lang="en-US"/>
        </a:p>
      </dgm:t>
    </dgm:pt>
    <dgm:pt modelId="{619D2A4C-5324-4A46-8854-6A9DB8BE6434}">
      <dgm:prSet/>
      <dgm:spPr/>
      <dgm:t>
        <a:bodyPr/>
        <a:lstStyle/>
        <a:p>
          <a:r>
            <a:rPr lang="ja-JP"/>
            <a:t>即時性が必要な処理を担当</a:t>
          </a:r>
          <a:endParaRPr lang="en-US"/>
        </a:p>
      </dgm:t>
    </dgm:pt>
    <dgm:pt modelId="{41358518-F997-498D-A1BC-577C00FC1AAF}" type="parTrans" cxnId="{5BF4328B-D73F-4A7A-8A77-9F156A55FCDF}">
      <dgm:prSet/>
      <dgm:spPr/>
      <dgm:t>
        <a:bodyPr/>
        <a:lstStyle/>
        <a:p>
          <a:endParaRPr lang="en-US"/>
        </a:p>
      </dgm:t>
    </dgm:pt>
    <dgm:pt modelId="{8A8C5118-821D-4F92-98AB-E1440296746C}" type="sibTrans" cxnId="{5BF4328B-D73F-4A7A-8A77-9F156A55FCDF}">
      <dgm:prSet/>
      <dgm:spPr/>
      <dgm:t>
        <a:bodyPr/>
        <a:lstStyle/>
        <a:p>
          <a:endParaRPr lang="en-US"/>
        </a:p>
      </dgm:t>
    </dgm:pt>
    <dgm:pt modelId="{4DFC4210-1AB9-4D60-8010-53526FB2E6A0}" type="pres">
      <dgm:prSet presAssocID="{A970A9E6-8288-45AC-81E8-1EAC08114F3A}" presName="hierChild1" presStyleCnt="0">
        <dgm:presLayoutVars>
          <dgm:chPref val="1"/>
          <dgm:dir/>
          <dgm:animOne val="branch"/>
          <dgm:animLvl val="lvl"/>
          <dgm:resizeHandles/>
        </dgm:presLayoutVars>
      </dgm:prSet>
      <dgm:spPr/>
    </dgm:pt>
    <dgm:pt modelId="{362C0256-B9B5-4FC4-ABA2-417760E961D0}" type="pres">
      <dgm:prSet presAssocID="{22FAD2E3-C57A-4346-AE7B-A53A53DEB0B3}" presName="hierRoot1" presStyleCnt="0"/>
      <dgm:spPr/>
    </dgm:pt>
    <dgm:pt modelId="{CBCC0534-D152-49A5-8BE2-990E6EEB4CEE}" type="pres">
      <dgm:prSet presAssocID="{22FAD2E3-C57A-4346-AE7B-A53A53DEB0B3}" presName="composite" presStyleCnt="0"/>
      <dgm:spPr/>
    </dgm:pt>
    <dgm:pt modelId="{E284C3AC-1655-4403-AA5B-808D784E5851}" type="pres">
      <dgm:prSet presAssocID="{22FAD2E3-C57A-4346-AE7B-A53A53DEB0B3}" presName="background" presStyleLbl="node0" presStyleIdx="0" presStyleCnt="3"/>
      <dgm:spPr/>
    </dgm:pt>
    <dgm:pt modelId="{236D8DA9-CD4C-4AC3-AE35-8D70711747CA}" type="pres">
      <dgm:prSet presAssocID="{22FAD2E3-C57A-4346-AE7B-A53A53DEB0B3}" presName="text" presStyleLbl="fgAcc0" presStyleIdx="0" presStyleCnt="3">
        <dgm:presLayoutVars>
          <dgm:chPref val="3"/>
        </dgm:presLayoutVars>
      </dgm:prSet>
      <dgm:spPr/>
    </dgm:pt>
    <dgm:pt modelId="{8C4D55D9-BBFA-43D3-914D-DE8A4E525B84}" type="pres">
      <dgm:prSet presAssocID="{22FAD2E3-C57A-4346-AE7B-A53A53DEB0B3}" presName="hierChild2" presStyleCnt="0"/>
      <dgm:spPr/>
    </dgm:pt>
    <dgm:pt modelId="{346325D3-C171-46AA-AA04-4C52BAF2BA77}" type="pres">
      <dgm:prSet presAssocID="{ADBE126E-1D1D-4F05-8DD9-F4C8A2B268B8}" presName="hierRoot1" presStyleCnt="0"/>
      <dgm:spPr/>
    </dgm:pt>
    <dgm:pt modelId="{5C7199E5-7E69-4D9D-A44F-62CC49CC9276}" type="pres">
      <dgm:prSet presAssocID="{ADBE126E-1D1D-4F05-8DD9-F4C8A2B268B8}" presName="composite" presStyleCnt="0"/>
      <dgm:spPr/>
    </dgm:pt>
    <dgm:pt modelId="{0CC5D130-7AE1-44BC-8E97-139C4760406A}" type="pres">
      <dgm:prSet presAssocID="{ADBE126E-1D1D-4F05-8DD9-F4C8A2B268B8}" presName="background" presStyleLbl="node0" presStyleIdx="1" presStyleCnt="3"/>
      <dgm:spPr/>
    </dgm:pt>
    <dgm:pt modelId="{B92A9BD6-452B-40CF-8100-3E58415C4928}" type="pres">
      <dgm:prSet presAssocID="{ADBE126E-1D1D-4F05-8DD9-F4C8A2B268B8}" presName="text" presStyleLbl="fgAcc0" presStyleIdx="1" presStyleCnt="3">
        <dgm:presLayoutVars>
          <dgm:chPref val="3"/>
        </dgm:presLayoutVars>
      </dgm:prSet>
      <dgm:spPr/>
    </dgm:pt>
    <dgm:pt modelId="{2CC7F9EC-1D4E-42B7-993C-99240B969446}" type="pres">
      <dgm:prSet presAssocID="{ADBE126E-1D1D-4F05-8DD9-F4C8A2B268B8}" presName="hierChild2" presStyleCnt="0"/>
      <dgm:spPr/>
    </dgm:pt>
    <dgm:pt modelId="{57E5B6B0-1571-436B-B2CD-4E77DB791373}" type="pres">
      <dgm:prSet presAssocID="{619D2A4C-5324-4A46-8854-6A9DB8BE6434}" presName="hierRoot1" presStyleCnt="0"/>
      <dgm:spPr/>
    </dgm:pt>
    <dgm:pt modelId="{11A827F0-9A2F-43E2-99E6-FF4D03F26E1F}" type="pres">
      <dgm:prSet presAssocID="{619D2A4C-5324-4A46-8854-6A9DB8BE6434}" presName="composite" presStyleCnt="0"/>
      <dgm:spPr/>
    </dgm:pt>
    <dgm:pt modelId="{5CC94889-EB7E-4CA7-94EB-A08A376A4C83}" type="pres">
      <dgm:prSet presAssocID="{619D2A4C-5324-4A46-8854-6A9DB8BE6434}" presName="background" presStyleLbl="node0" presStyleIdx="2" presStyleCnt="3"/>
      <dgm:spPr/>
    </dgm:pt>
    <dgm:pt modelId="{6EE5ABB7-7DDD-4C38-A2A4-881AE2EE2974}" type="pres">
      <dgm:prSet presAssocID="{619D2A4C-5324-4A46-8854-6A9DB8BE6434}" presName="text" presStyleLbl="fgAcc0" presStyleIdx="2" presStyleCnt="3">
        <dgm:presLayoutVars>
          <dgm:chPref val="3"/>
        </dgm:presLayoutVars>
      </dgm:prSet>
      <dgm:spPr/>
    </dgm:pt>
    <dgm:pt modelId="{D1744E27-B45C-4A25-8BB1-7488E175040C}" type="pres">
      <dgm:prSet presAssocID="{619D2A4C-5324-4A46-8854-6A9DB8BE6434}" presName="hierChild2" presStyleCnt="0"/>
      <dgm:spPr/>
    </dgm:pt>
  </dgm:ptLst>
  <dgm:cxnLst>
    <dgm:cxn modelId="{563D461B-F9C0-4EED-AB9B-1D4374547EAC}" type="presOf" srcId="{22FAD2E3-C57A-4346-AE7B-A53A53DEB0B3}" destId="{236D8DA9-CD4C-4AC3-AE35-8D70711747CA}" srcOrd="0" destOrd="0" presId="urn:microsoft.com/office/officeart/2005/8/layout/hierarchy1"/>
    <dgm:cxn modelId="{7FDAB61C-F739-4E7E-8B3E-AD4332F01DCD}" srcId="{A970A9E6-8288-45AC-81E8-1EAC08114F3A}" destId="{ADBE126E-1D1D-4F05-8DD9-F4C8A2B268B8}" srcOrd="1" destOrd="0" parTransId="{3775C2D9-4378-429A-B20F-EFB0397CACCF}" sibTransId="{D12013F7-1BBA-4CD3-A9E8-E9F1C1CF243A}"/>
    <dgm:cxn modelId="{9F3AA323-8019-4DA0-A521-68B67E28F45B}" type="presOf" srcId="{A970A9E6-8288-45AC-81E8-1EAC08114F3A}" destId="{4DFC4210-1AB9-4D60-8010-53526FB2E6A0}" srcOrd="0" destOrd="0" presId="urn:microsoft.com/office/officeart/2005/8/layout/hierarchy1"/>
    <dgm:cxn modelId="{CD4D8F3D-2EA6-4B46-932E-876D772D8D18}" type="presOf" srcId="{ADBE126E-1D1D-4F05-8DD9-F4C8A2B268B8}" destId="{B92A9BD6-452B-40CF-8100-3E58415C4928}" srcOrd="0" destOrd="0" presId="urn:microsoft.com/office/officeart/2005/8/layout/hierarchy1"/>
    <dgm:cxn modelId="{5BF4328B-D73F-4A7A-8A77-9F156A55FCDF}" srcId="{A970A9E6-8288-45AC-81E8-1EAC08114F3A}" destId="{619D2A4C-5324-4A46-8854-6A9DB8BE6434}" srcOrd="2" destOrd="0" parTransId="{41358518-F997-498D-A1BC-577C00FC1AAF}" sibTransId="{8A8C5118-821D-4F92-98AB-E1440296746C}"/>
    <dgm:cxn modelId="{517C7896-DF59-402A-B711-8CAE95F5BFFD}" type="presOf" srcId="{619D2A4C-5324-4A46-8854-6A9DB8BE6434}" destId="{6EE5ABB7-7DDD-4C38-A2A4-881AE2EE2974}" srcOrd="0" destOrd="0" presId="urn:microsoft.com/office/officeart/2005/8/layout/hierarchy1"/>
    <dgm:cxn modelId="{2592CECF-C342-47A6-AD24-8F53367AD080}" srcId="{A970A9E6-8288-45AC-81E8-1EAC08114F3A}" destId="{22FAD2E3-C57A-4346-AE7B-A53A53DEB0B3}" srcOrd="0" destOrd="0" parTransId="{8DCAFE2D-74B3-4237-973E-F8904CEA0DA6}" sibTransId="{EEC9A7C7-D14B-48D7-AF3D-2DEDAAF3CC0F}"/>
    <dgm:cxn modelId="{3329A2A2-2C4F-4B08-8FFD-3067A37A4688}" type="presParOf" srcId="{4DFC4210-1AB9-4D60-8010-53526FB2E6A0}" destId="{362C0256-B9B5-4FC4-ABA2-417760E961D0}" srcOrd="0" destOrd="0" presId="urn:microsoft.com/office/officeart/2005/8/layout/hierarchy1"/>
    <dgm:cxn modelId="{124B81B3-8E08-412D-93EE-7F600E7FF4FD}" type="presParOf" srcId="{362C0256-B9B5-4FC4-ABA2-417760E961D0}" destId="{CBCC0534-D152-49A5-8BE2-990E6EEB4CEE}" srcOrd="0" destOrd="0" presId="urn:microsoft.com/office/officeart/2005/8/layout/hierarchy1"/>
    <dgm:cxn modelId="{4887613E-422B-4FF1-8288-5F575E8694F7}" type="presParOf" srcId="{CBCC0534-D152-49A5-8BE2-990E6EEB4CEE}" destId="{E284C3AC-1655-4403-AA5B-808D784E5851}" srcOrd="0" destOrd="0" presId="urn:microsoft.com/office/officeart/2005/8/layout/hierarchy1"/>
    <dgm:cxn modelId="{66C4B0DC-188F-481A-B0E4-34D93998F543}" type="presParOf" srcId="{CBCC0534-D152-49A5-8BE2-990E6EEB4CEE}" destId="{236D8DA9-CD4C-4AC3-AE35-8D70711747CA}" srcOrd="1" destOrd="0" presId="urn:microsoft.com/office/officeart/2005/8/layout/hierarchy1"/>
    <dgm:cxn modelId="{9608838D-B3C7-47BA-9150-B90F71108843}" type="presParOf" srcId="{362C0256-B9B5-4FC4-ABA2-417760E961D0}" destId="{8C4D55D9-BBFA-43D3-914D-DE8A4E525B84}" srcOrd="1" destOrd="0" presId="urn:microsoft.com/office/officeart/2005/8/layout/hierarchy1"/>
    <dgm:cxn modelId="{03156E78-9A2E-4BEF-933D-258316154893}" type="presParOf" srcId="{4DFC4210-1AB9-4D60-8010-53526FB2E6A0}" destId="{346325D3-C171-46AA-AA04-4C52BAF2BA77}" srcOrd="1" destOrd="0" presId="urn:microsoft.com/office/officeart/2005/8/layout/hierarchy1"/>
    <dgm:cxn modelId="{60819033-F511-4381-91A5-A9DC8B47956F}" type="presParOf" srcId="{346325D3-C171-46AA-AA04-4C52BAF2BA77}" destId="{5C7199E5-7E69-4D9D-A44F-62CC49CC9276}" srcOrd="0" destOrd="0" presId="urn:microsoft.com/office/officeart/2005/8/layout/hierarchy1"/>
    <dgm:cxn modelId="{74271D86-4DBD-480B-B6D0-32B9F7E04659}" type="presParOf" srcId="{5C7199E5-7E69-4D9D-A44F-62CC49CC9276}" destId="{0CC5D130-7AE1-44BC-8E97-139C4760406A}" srcOrd="0" destOrd="0" presId="urn:microsoft.com/office/officeart/2005/8/layout/hierarchy1"/>
    <dgm:cxn modelId="{122D4E0C-E323-4A08-B110-D58FB130BE10}" type="presParOf" srcId="{5C7199E5-7E69-4D9D-A44F-62CC49CC9276}" destId="{B92A9BD6-452B-40CF-8100-3E58415C4928}" srcOrd="1" destOrd="0" presId="urn:microsoft.com/office/officeart/2005/8/layout/hierarchy1"/>
    <dgm:cxn modelId="{84A381E9-02A0-4C1F-A428-A9CA535623E2}" type="presParOf" srcId="{346325D3-C171-46AA-AA04-4C52BAF2BA77}" destId="{2CC7F9EC-1D4E-42B7-993C-99240B969446}" srcOrd="1" destOrd="0" presId="urn:microsoft.com/office/officeart/2005/8/layout/hierarchy1"/>
    <dgm:cxn modelId="{D17E6E1F-3F65-4FBE-B3FC-15A9E9DEB0C7}" type="presParOf" srcId="{4DFC4210-1AB9-4D60-8010-53526FB2E6A0}" destId="{57E5B6B0-1571-436B-B2CD-4E77DB791373}" srcOrd="2" destOrd="0" presId="urn:microsoft.com/office/officeart/2005/8/layout/hierarchy1"/>
    <dgm:cxn modelId="{2DA765E7-0441-45AC-B455-22054F075F56}" type="presParOf" srcId="{57E5B6B0-1571-436B-B2CD-4E77DB791373}" destId="{11A827F0-9A2F-43E2-99E6-FF4D03F26E1F}" srcOrd="0" destOrd="0" presId="urn:microsoft.com/office/officeart/2005/8/layout/hierarchy1"/>
    <dgm:cxn modelId="{F14EF60F-EBF4-40D9-A40C-672D66F49A51}" type="presParOf" srcId="{11A827F0-9A2F-43E2-99E6-FF4D03F26E1F}" destId="{5CC94889-EB7E-4CA7-94EB-A08A376A4C83}" srcOrd="0" destOrd="0" presId="urn:microsoft.com/office/officeart/2005/8/layout/hierarchy1"/>
    <dgm:cxn modelId="{0DAA8A20-5B26-42F3-957F-53FA7414246B}" type="presParOf" srcId="{11A827F0-9A2F-43E2-99E6-FF4D03F26E1F}" destId="{6EE5ABB7-7DDD-4C38-A2A4-881AE2EE2974}" srcOrd="1" destOrd="0" presId="urn:microsoft.com/office/officeart/2005/8/layout/hierarchy1"/>
    <dgm:cxn modelId="{59FDD628-2C7A-42D8-AACC-8CBE8E962852}" type="presParOf" srcId="{57E5B6B0-1571-436B-B2CD-4E77DB791373}" destId="{D1744E27-B45C-4A25-8BB1-7488E175040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BBA0D22-1DC4-46B0-BBE9-5DB375324A26}"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9E0A8604-77D6-4852-ACC7-1ED1C889A30B}">
      <dgm:prSet/>
      <dgm:spPr/>
      <dgm:t>
        <a:bodyPr/>
        <a:lstStyle/>
        <a:p>
          <a:r>
            <a:rPr kumimoji="1" lang="ja-JP"/>
            <a:t>フォグによるリアルタイム性</a:t>
          </a:r>
          <a:endParaRPr lang="en-US"/>
        </a:p>
      </dgm:t>
    </dgm:pt>
    <dgm:pt modelId="{228A5A50-D092-4D66-90DE-8BF708BD4C70}" type="parTrans" cxnId="{140E6C57-24D8-404F-89A0-C8E905470D02}">
      <dgm:prSet/>
      <dgm:spPr/>
      <dgm:t>
        <a:bodyPr/>
        <a:lstStyle/>
        <a:p>
          <a:endParaRPr lang="en-US"/>
        </a:p>
      </dgm:t>
    </dgm:pt>
    <dgm:pt modelId="{3B93500D-8F60-455F-A4C5-5C4ED8780BE7}" type="sibTrans" cxnId="{140E6C57-24D8-404F-89A0-C8E905470D02}">
      <dgm:prSet/>
      <dgm:spPr/>
      <dgm:t>
        <a:bodyPr/>
        <a:lstStyle/>
        <a:p>
          <a:endParaRPr lang="en-US"/>
        </a:p>
      </dgm:t>
    </dgm:pt>
    <dgm:pt modelId="{A2ED9998-69F5-4975-A0EC-61987C96287F}">
      <dgm:prSet/>
      <dgm:spPr/>
      <dgm:t>
        <a:bodyPr/>
        <a:lstStyle/>
        <a:p>
          <a:r>
            <a:rPr lang="ja-JP"/>
            <a:t>リアルタイム性が重要な筋トレ支援ができると考えクラウド中心では実現が難しい</a:t>
          </a:r>
          <a:endParaRPr lang="en-US"/>
        </a:p>
      </dgm:t>
    </dgm:pt>
    <dgm:pt modelId="{4DB13AAF-E6AB-417B-8085-5B9DA5E8BA2E}" type="parTrans" cxnId="{53A2C8FF-A25B-4687-8554-16D934EC3E53}">
      <dgm:prSet/>
      <dgm:spPr/>
      <dgm:t>
        <a:bodyPr/>
        <a:lstStyle/>
        <a:p>
          <a:endParaRPr lang="en-US"/>
        </a:p>
      </dgm:t>
    </dgm:pt>
    <dgm:pt modelId="{202110BC-1D1C-49AB-B698-E312E5382D10}" type="sibTrans" cxnId="{53A2C8FF-A25B-4687-8554-16D934EC3E53}">
      <dgm:prSet/>
      <dgm:spPr/>
      <dgm:t>
        <a:bodyPr/>
        <a:lstStyle/>
        <a:p>
          <a:endParaRPr lang="en-US"/>
        </a:p>
      </dgm:t>
    </dgm:pt>
    <dgm:pt modelId="{67D267F2-27CF-4DBF-86AB-A74613C1E628}">
      <dgm:prSet/>
      <dgm:spPr/>
      <dgm:t>
        <a:bodyPr/>
        <a:lstStyle/>
        <a:p>
          <a:r>
            <a:rPr lang="ja-JP"/>
            <a:t>フォグという中間層を導入することで可能になる</a:t>
          </a:r>
          <a:endParaRPr lang="en-US"/>
        </a:p>
      </dgm:t>
    </dgm:pt>
    <dgm:pt modelId="{AE8E39ED-CC8F-4888-8F0D-B45ECA5C1846}" type="parTrans" cxnId="{3E44849C-AF44-44E9-9958-4C5B4DC54B65}">
      <dgm:prSet/>
      <dgm:spPr/>
      <dgm:t>
        <a:bodyPr/>
        <a:lstStyle/>
        <a:p>
          <a:endParaRPr lang="en-US"/>
        </a:p>
      </dgm:t>
    </dgm:pt>
    <dgm:pt modelId="{BF2000FC-2B26-4A47-AA4B-9F4EB6D92EDA}" type="sibTrans" cxnId="{3E44849C-AF44-44E9-9958-4C5B4DC54B65}">
      <dgm:prSet/>
      <dgm:spPr/>
      <dgm:t>
        <a:bodyPr/>
        <a:lstStyle/>
        <a:p>
          <a:endParaRPr lang="en-US"/>
        </a:p>
      </dgm:t>
    </dgm:pt>
    <dgm:pt modelId="{027C3141-A471-45CA-99DF-EF795B13C4F3}" type="pres">
      <dgm:prSet presAssocID="{9BBA0D22-1DC4-46B0-BBE9-5DB375324A26}" presName="hierChild1" presStyleCnt="0">
        <dgm:presLayoutVars>
          <dgm:chPref val="1"/>
          <dgm:dir/>
          <dgm:animOne val="branch"/>
          <dgm:animLvl val="lvl"/>
          <dgm:resizeHandles/>
        </dgm:presLayoutVars>
      </dgm:prSet>
      <dgm:spPr/>
    </dgm:pt>
    <dgm:pt modelId="{2675DFD4-0397-4165-93D0-1B93980B2907}" type="pres">
      <dgm:prSet presAssocID="{9E0A8604-77D6-4852-ACC7-1ED1C889A30B}" presName="hierRoot1" presStyleCnt="0"/>
      <dgm:spPr/>
    </dgm:pt>
    <dgm:pt modelId="{49B79DAD-34C6-4FF2-84F1-4CCAA813F54C}" type="pres">
      <dgm:prSet presAssocID="{9E0A8604-77D6-4852-ACC7-1ED1C889A30B}" presName="composite" presStyleCnt="0"/>
      <dgm:spPr/>
    </dgm:pt>
    <dgm:pt modelId="{A3DC1EC2-4540-442E-B81C-9EA44AA27DEE}" type="pres">
      <dgm:prSet presAssocID="{9E0A8604-77D6-4852-ACC7-1ED1C889A30B}" presName="background" presStyleLbl="node0" presStyleIdx="0" presStyleCnt="3"/>
      <dgm:spPr/>
    </dgm:pt>
    <dgm:pt modelId="{0505A8D3-F047-4D47-A5D5-C5345D449418}" type="pres">
      <dgm:prSet presAssocID="{9E0A8604-77D6-4852-ACC7-1ED1C889A30B}" presName="text" presStyleLbl="fgAcc0" presStyleIdx="0" presStyleCnt="3">
        <dgm:presLayoutVars>
          <dgm:chPref val="3"/>
        </dgm:presLayoutVars>
      </dgm:prSet>
      <dgm:spPr/>
    </dgm:pt>
    <dgm:pt modelId="{7A413789-3B32-427F-8EC8-C33173933A4E}" type="pres">
      <dgm:prSet presAssocID="{9E0A8604-77D6-4852-ACC7-1ED1C889A30B}" presName="hierChild2" presStyleCnt="0"/>
      <dgm:spPr/>
    </dgm:pt>
    <dgm:pt modelId="{1E09AC14-43C1-4446-9120-89CC02102084}" type="pres">
      <dgm:prSet presAssocID="{A2ED9998-69F5-4975-A0EC-61987C96287F}" presName="hierRoot1" presStyleCnt="0"/>
      <dgm:spPr/>
    </dgm:pt>
    <dgm:pt modelId="{0B420068-E63E-4C0C-A74D-C1CB645874A7}" type="pres">
      <dgm:prSet presAssocID="{A2ED9998-69F5-4975-A0EC-61987C96287F}" presName="composite" presStyleCnt="0"/>
      <dgm:spPr/>
    </dgm:pt>
    <dgm:pt modelId="{D31C360A-2F8C-48F3-9EC9-3B2672E0D0FA}" type="pres">
      <dgm:prSet presAssocID="{A2ED9998-69F5-4975-A0EC-61987C96287F}" presName="background" presStyleLbl="node0" presStyleIdx="1" presStyleCnt="3"/>
      <dgm:spPr/>
    </dgm:pt>
    <dgm:pt modelId="{CCEA4943-7B5D-4BB0-BFE7-4B4363932C2F}" type="pres">
      <dgm:prSet presAssocID="{A2ED9998-69F5-4975-A0EC-61987C96287F}" presName="text" presStyleLbl="fgAcc0" presStyleIdx="1" presStyleCnt="3">
        <dgm:presLayoutVars>
          <dgm:chPref val="3"/>
        </dgm:presLayoutVars>
      </dgm:prSet>
      <dgm:spPr/>
    </dgm:pt>
    <dgm:pt modelId="{DC50868D-BACB-4E26-AC5A-105ECFD888D4}" type="pres">
      <dgm:prSet presAssocID="{A2ED9998-69F5-4975-A0EC-61987C96287F}" presName="hierChild2" presStyleCnt="0"/>
      <dgm:spPr/>
    </dgm:pt>
    <dgm:pt modelId="{7F4DBA2D-20A1-4955-9E79-B77BEB687993}" type="pres">
      <dgm:prSet presAssocID="{67D267F2-27CF-4DBF-86AB-A74613C1E628}" presName="hierRoot1" presStyleCnt="0"/>
      <dgm:spPr/>
    </dgm:pt>
    <dgm:pt modelId="{28BE64CF-F98B-4E47-BCC2-C4AC66AF0F79}" type="pres">
      <dgm:prSet presAssocID="{67D267F2-27CF-4DBF-86AB-A74613C1E628}" presName="composite" presStyleCnt="0"/>
      <dgm:spPr/>
    </dgm:pt>
    <dgm:pt modelId="{E705D232-D2D8-42A1-B666-EAE4D912BA86}" type="pres">
      <dgm:prSet presAssocID="{67D267F2-27CF-4DBF-86AB-A74613C1E628}" presName="background" presStyleLbl="node0" presStyleIdx="2" presStyleCnt="3"/>
      <dgm:spPr/>
    </dgm:pt>
    <dgm:pt modelId="{212EE58C-D494-42D0-B858-6AA09F866B60}" type="pres">
      <dgm:prSet presAssocID="{67D267F2-27CF-4DBF-86AB-A74613C1E628}" presName="text" presStyleLbl="fgAcc0" presStyleIdx="2" presStyleCnt="3">
        <dgm:presLayoutVars>
          <dgm:chPref val="3"/>
        </dgm:presLayoutVars>
      </dgm:prSet>
      <dgm:spPr/>
    </dgm:pt>
    <dgm:pt modelId="{707BF501-DA92-48D4-BBD7-18EB6C03AAEF}" type="pres">
      <dgm:prSet presAssocID="{67D267F2-27CF-4DBF-86AB-A74613C1E628}" presName="hierChild2" presStyleCnt="0"/>
      <dgm:spPr/>
    </dgm:pt>
  </dgm:ptLst>
  <dgm:cxnLst>
    <dgm:cxn modelId="{D1483108-F235-474A-A12F-5CE28B711F3B}" type="presOf" srcId="{9E0A8604-77D6-4852-ACC7-1ED1C889A30B}" destId="{0505A8D3-F047-4D47-A5D5-C5345D449418}" srcOrd="0" destOrd="0" presId="urn:microsoft.com/office/officeart/2005/8/layout/hierarchy1"/>
    <dgm:cxn modelId="{BD75A361-BB2F-49C0-AD54-2DD663F6A78C}" type="presOf" srcId="{67D267F2-27CF-4DBF-86AB-A74613C1E628}" destId="{212EE58C-D494-42D0-B858-6AA09F866B60}" srcOrd="0" destOrd="0" presId="urn:microsoft.com/office/officeart/2005/8/layout/hierarchy1"/>
    <dgm:cxn modelId="{D47AF970-E5EA-410C-B91F-F28452993B87}" type="presOf" srcId="{9BBA0D22-1DC4-46B0-BBE9-5DB375324A26}" destId="{027C3141-A471-45CA-99DF-EF795B13C4F3}" srcOrd="0" destOrd="0" presId="urn:microsoft.com/office/officeart/2005/8/layout/hierarchy1"/>
    <dgm:cxn modelId="{140E6C57-24D8-404F-89A0-C8E905470D02}" srcId="{9BBA0D22-1DC4-46B0-BBE9-5DB375324A26}" destId="{9E0A8604-77D6-4852-ACC7-1ED1C889A30B}" srcOrd="0" destOrd="0" parTransId="{228A5A50-D092-4D66-90DE-8BF708BD4C70}" sibTransId="{3B93500D-8F60-455F-A4C5-5C4ED8780BE7}"/>
    <dgm:cxn modelId="{3E44849C-AF44-44E9-9958-4C5B4DC54B65}" srcId="{9BBA0D22-1DC4-46B0-BBE9-5DB375324A26}" destId="{67D267F2-27CF-4DBF-86AB-A74613C1E628}" srcOrd="2" destOrd="0" parTransId="{AE8E39ED-CC8F-4888-8F0D-B45ECA5C1846}" sibTransId="{BF2000FC-2B26-4A47-AA4B-9F4EB6D92EDA}"/>
    <dgm:cxn modelId="{E771CCE2-A602-4407-9C6B-E7D002D6F6BD}" type="presOf" srcId="{A2ED9998-69F5-4975-A0EC-61987C96287F}" destId="{CCEA4943-7B5D-4BB0-BFE7-4B4363932C2F}" srcOrd="0" destOrd="0" presId="urn:microsoft.com/office/officeart/2005/8/layout/hierarchy1"/>
    <dgm:cxn modelId="{53A2C8FF-A25B-4687-8554-16D934EC3E53}" srcId="{9BBA0D22-1DC4-46B0-BBE9-5DB375324A26}" destId="{A2ED9998-69F5-4975-A0EC-61987C96287F}" srcOrd="1" destOrd="0" parTransId="{4DB13AAF-E6AB-417B-8085-5B9DA5E8BA2E}" sibTransId="{202110BC-1D1C-49AB-B698-E312E5382D10}"/>
    <dgm:cxn modelId="{464CDD5B-0DE4-4A26-ABED-CDF9375B4FB8}" type="presParOf" srcId="{027C3141-A471-45CA-99DF-EF795B13C4F3}" destId="{2675DFD4-0397-4165-93D0-1B93980B2907}" srcOrd="0" destOrd="0" presId="urn:microsoft.com/office/officeart/2005/8/layout/hierarchy1"/>
    <dgm:cxn modelId="{AB05025F-4EE3-47BF-90B6-271F4DB6C552}" type="presParOf" srcId="{2675DFD4-0397-4165-93D0-1B93980B2907}" destId="{49B79DAD-34C6-4FF2-84F1-4CCAA813F54C}" srcOrd="0" destOrd="0" presId="urn:microsoft.com/office/officeart/2005/8/layout/hierarchy1"/>
    <dgm:cxn modelId="{08D801C4-02F4-456C-B660-260BC143A388}" type="presParOf" srcId="{49B79DAD-34C6-4FF2-84F1-4CCAA813F54C}" destId="{A3DC1EC2-4540-442E-B81C-9EA44AA27DEE}" srcOrd="0" destOrd="0" presId="urn:microsoft.com/office/officeart/2005/8/layout/hierarchy1"/>
    <dgm:cxn modelId="{5D27E1BA-F19E-467C-81E2-4B214D3275FC}" type="presParOf" srcId="{49B79DAD-34C6-4FF2-84F1-4CCAA813F54C}" destId="{0505A8D3-F047-4D47-A5D5-C5345D449418}" srcOrd="1" destOrd="0" presId="urn:microsoft.com/office/officeart/2005/8/layout/hierarchy1"/>
    <dgm:cxn modelId="{E28EC158-42E6-4EFD-ACE6-2C89E24F9F7F}" type="presParOf" srcId="{2675DFD4-0397-4165-93D0-1B93980B2907}" destId="{7A413789-3B32-427F-8EC8-C33173933A4E}" srcOrd="1" destOrd="0" presId="urn:microsoft.com/office/officeart/2005/8/layout/hierarchy1"/>
    <dgm:cxn modelId="{385ADD24-4F58-42E6-980E-93B39F114627}" type="presParOf" srcId="{027C3141-A471-45CA-99DF-EF795B13C4F3}" destId="{1E09AC14-43C1-4446-9120-89CC02102084}" srcOrd="1" destOrd="0" presId="urn:microsoft.com/office/officeart/2005/8/layout/hierarchy1"/>
    <dgm:cxn modelId="{53273E17-C56D-4BE8-9EF2-473DDDD40923}" type="presParOf" srcId="{1E09AC14-43C1-4446-9120-89CC02102084}" destId="{0B420068-E63E-4C0C-A74D-C1CB645874A7}" srcOrd="0" destOrd="0" presId="urn:microsoft.com/office/officeart/2005/8/layout/hierarchy1"/>
    <dgm:cxn modelId="{27596CCF-6A99-4A12-8619-007D5FAD6B08}" type="presParOf" srcId="{0B420068-E63E-4C0C-A74D-C1CB645874A7}" destId="{D31C360A-2F8C-48F3-9EC9-3B2672E0D0FA}" srcOrd="0" destOrd="0" presId="urn:microsoft.com/office/officeart/2005/8/layout/hierarchy1"/>
    <dgm:cxn modelId="{3B64EF03-C4E7-4663-83B8-5076DD8C9482}" type="presParOf" srcId="{0B420068-E63E-4C0C-A74D-C1CB645874A7}" destId="{CCEA4943-7B5D-4BB0-BFE7-4B4363932C2F}" srcOrd="1" destOrd="0" presId="urn:microsoft.com/office/officeart/2005/8/layout/hierarchy1"/>
    <dgm:cxn modelId="{A65EF8EA-16E8-4D02-98A3-BCCEBF86B0B2}" type="presParOf" srcId="{1E09AC14-43C1-4446-9120-89CC02102084}" destId="{DC50868D-BACB-4E26-AC5A-105ECFD888D4}" srcOrd="1" destOrd="0" presId="urn:microsoft.com/office/officeart/2005/8/layout/hierarchy1"/>
    <dgm:cxn modelId="{B0077C1F-F3CF-4B65-A9FD-16C1DD51D151}" type="presParOf" srcId="{027C3141-A471-45CA-99DF-EF795B13C4F3}" destId="{7F4DBA2D-20A1-4955-9E79-B77BEB687993}" srcOrd="2" destOrd="0" presId="urn:microsoft.com/office/officeart/2005/8/layout/hierarchy1"/>
    <dgm:cxn modelId="{B69132CB-A5A6-40B0-BAD5-4CE2F8CF3B5D}" type="presParOf" srcId="{7F4DBA2D-20A1-4955-9E79-B77BEB687993}" destId="{28BE64CF-F98B-4E47-BCC2-C4AC66AF0F79}" srcOrd="0" destOrd="0" presId="urn:microsoft.com/office/officeart/2005/8/layout/hierarchy1"/>
    <dgm:cxn modelId="{3A83516A-7809-4620-8800-5C36FF6454B5}" type="presParOf" srcId="{28BE64CF-F98B-4E47-BCC2-C4AC66AF0F79}" destId="{E705D232-D2D8-42A1-B666-EAE4D912BA86}" srcOrd="0" destOrd="0" presId="urn:microsoft.com/office/officeart/2005/8/layout/hierarchy1"/>
    <dgm:cxn modelId="{38831826-C764-4B6E-92FC-F2E9F1398D14}" type="presParOf" srcId="{28BE64CF-F98B-4E47-BCC2-C4AC66AF0F79}" destId="{212EE58C-D494-42D0-B858-6AA09F866B60}" srcOrd="1" destOrd="0" presId="urn:microsoft.com/office/officeart/2005/8/layout/hierarchy1"/>
    <dgm:cxn modelId="{53A76C6D-B8B8-4664-A21D-EA86D5394C96}" type="presParOf" srcId="{7F4DBA2D-20A1-4955-9E79-B77BEB687993}" destId="{707BF501-DA92-48D4-BBD7-18EB6C03AAE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E5D223-B691-4EB4-950F-2E699C687552}">
      <dsp:nvSpPr>
        <dsp:cNvPr id="0" name=""/>
        <dsp:cNvSpPr/>
      </dsp:nvSpPr>
      <dsp:spPr>
        <a:xfrm>
          <a:off x="1333"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699323-0258-4C7D-9F96-3359D72077B8}">
      <dsp:nvSpPr>
        <dsp:cNvPr id="0" name=""/>
        <dsp:cNvSpPr/>
      </dsp:nvSpPr>
      <dsp:spPr>
        <a:xfrm>
          <a:off x="521579"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ja-JP" sz="4200" kern="1200"/>
            <a:t>ベンダー依存しない公式なクラウド定義</a:t>
          </a:r>
          <a:endParaRPr lang="en-US" sz="4200" kern="1200"/>
        </a:p>
      </dsp:txBody>
      <dsp:txXfrm>
        <a:off x="608661" y="692298"/>
        <a:ext cx="4508047" cy="2799040"/>
      </dsp:txXfrm>
    </dsp:sp>
    <dsp:sp modelId="{62442BB8-8470-4496-BAFF-B28F4229172E}">
      <dsp:nvSpPr>
        <dsp:cNvPr id="0" name=""/>
        <dsp:cNvSpPr/>
      </dsp:nvSpPr>
      <dsp:spPr>
        <a:xfrm>
          <a:off x="5724037"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B1D6B0-684E-4552-B829-FDA7149ACF4E}">
      <dsp:nvSpPr>
        <dsp:cNvPr id="0" name=""/>
        <dsp:cNvSpPr/>
      </dsp:nvSpPr>
      <dsp:spPr>
        <a:xfrm>
          <a:off x="6244283"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ja-JP" sz="4200" b="1" kern="1200"/>
            <a:t>クラウドとは何かの定義、曖昧にしない</a:t>
          </a:r>
          <a:endParaRPr lang="en-US" sz="4200" kern="1200"/>
        </a:p>
      </dsp:txBody>
      <dsp:txXfrm>
        <a:off x="6331365" y="692298"/>
        <a:ext cx="4508047" cy="27990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8E4D2F-5348-481E-9654-873572FC474A}">
      <dsp:nvSpPr>
        <dsp:cNvPr id="0" name=""/>
        <dsp:cNvSpPr/>
      </dsp:nvSpPr>
      <dsp:spPr>
        <a:xfrm>
          <a:off x="3201" y="998291"/>
          <a:ext cx="2285879" cy="145153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66F800-D6E3-43D6-ADDC-645125D84309}">
      <dsp:nvSpPr>
        <dsp:cNvPr id="0" name=""/>
        <dsp:cNvSpPr/>
      </dsp:nvSpPr>
      <dsp:spPr>
        <a:xfrm>
          <a:off x="257188"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sz="2000" kern="1200"/>
            <a:t>クラウドコンピューティング</a:t>
          </a:r>
          <a:r>
            <a:rPr kumimoji="1" lang="en-US" sz="2000" kern="1200"/>
            <a:t>5</a:t>
          </a:r>
          <a:r>
            <a:rPr kumimoji="1" lang="ja-JP" sz="2000" kern="1200"/>
            <a:t>つの本質的特性</a:t>
          </a:r>
          <a:endParaRPr lang="en-US" sz="2000" kern="1200"/>
        </a:p>
      </dsp:txBody>
      <dsp:txXfrm>
        <a:off x="299702" y="1282093"/>
        <a:ext cx="2200851" cy="1366505"/>
      </dsp:txXfrm>
    </dsp:sp>
    <dsp:sp modelId="{7AAA6E71-364D-4043-A610-B72CF5486F83}">
      <dsp:nvSpPr>
        <dsp:cNvPr id="0" name=""/>
        <dsp:cNvSpPr/>
      </dsp:nvSpPr>
      <dsp:spPr>
        <a:xfrm>
          <a:off x="2797054" y="998291"/>
          <a:ext cx="2285879" cy="145153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752DFF-91C3-4CC0-928F-D0D3ABC45ECA}">
      <dsp:nvSpPr>
        <dsp:cNvPr id="0" name=""/>
        <dsp:cNvSpPr/>
      </dsp:nvSpPr>
      <dsp:spPr>
        <a:xfrm>
          <a:off x="3051041"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en-US" sz="2000" kern="1200"/>
            <a:t>3</a:t>
          </a:r>
          <a:r>
            <a:rPr kumimoji="1" lang="ja-JP" sz="2000" kern="1200"/>
            <a:t>つのサービスモデル</a:t>
          </a:r>
          <a:endParaRPr lang="en-US" sz="2000" kern="1200"/>
        </a:p>
      </dsp:txBody>
      <dsp:txXfrm>
        <a:off x="3093555" y="1282093"/>
        <a:ext cx="2200851" cy="1366505"/>
      </dsp:txXfrm>
    </dsp:sp>
    <dsp:sp modelId="{4E7EE934-1DF8-4E73-B52D-C6A5C3742D15}">
      <dsp:nvSpPr>
        <dsp:cNvPr id="0" name=""/>
        <dsp:cNvSpPr/>
      </dsp:nvSpPr>
      <dsp:spPr>
        <a:xfrm>
          <a:off x="5590907" y="998291"/>
          <a:ext cx="2285879" cy="145153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5726B2-89F8-4649-8B66-A4F514E8D5FA}">
      <dsp:nvSpPr>
        <dsp:cNvPr id="0" name=""/>
        <dsp:cNvSpPr/>
      </dsp:nvSpPr>
      <dsp:spPr>
        <a:xfrm>
          <a:off x="5844894"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en-US" sz="2000" kern="1200"/>
            <a:t>4</a:t>
          </a:r>
          <a:r>
            <a:rPr kumimoji="1" lang="ja-JP" sz="2000" kern="1200"/>
            <a:t>つの展開モデル</a:t>
          </a:r>
          <a:endParaRPr lang="en-US" sz="2000" kern="1200"/>
        </a:p>
      </dsp:txBody>
      <dsp:txXfrm>
        <a:off x="5887408" y="1282093"/>
        <a:ext cx="2200851" cy="1366505"/>
      </dsp:txXfrm>
    </dsp:sp>
    <dsp:sp modelId="{C684C30E-AE68-4427-9539-3B33D5EA8230}">
      <dsp:nvSpPr>
        <dsp:cNvPr id="0" name=""/>
        <dsp:cNvSpPr/>
      </dsp:nvSpPr>
      <dsp:spPr>
        <a:xfrm>
          <a:off x="8384760" y="998291"/>
          <a:ext cx="2285879" cy="145153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4AA1A7-A359-48D2-839A-4FF75124717B}">
      <dsp:nvSpPr>
        <dsp:cNvPr id="0" name=""/>
        <dsp:cNvSpPr/>
      </dsp:nvSpPr>
      <dsp:spPr>
        <a:xfrm>
          <a:off x="8638747"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ja-JP" sz="2000" kern="1200"/>
            <a:t>技術やビジネス実装に比較可能な分類体系を提供</a:t>
          </a:r>
          <a:endParaRPr lang="en-US" sz="2000" kern="1200"/>
        </a:p>
      </dsp:txBody>
      <dsp:txXfrm>
        <a:off x="8681261" y="1282093"/>
        <a:ext cx="2200851" cy="13665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3EF3B8-F363-497F-91C2-23E02E419C7D}">
      <dsp:nvSpPr>
        <dsp:cNvPr id="0" name=""/>
        <dsp:cNvSpPr/>
      </dsp:nvSpPr>
      <dsp:spPr>
        <a:xfrm>
          <a:off x="1333" y="882495"/>
          <a:ext cx="4855627" cy="242781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49530" rIns="74295" bIns="49530" numCol="1" spcCol="1270" anchor="ctr" anchorCtr="0">
          <a:noAutofit/>
        </a:bodyPr>
        <a:lstStyle/>
        <a:p>
          <a:pPr marL="0" lvl="0" indent="0" algn="ctr" defTabSz="1733550">
            <a:lnSpc>
              <a:spcPct val="90000"/>
            </a:lnSpc>
            <a:spcBef>
              <a:spcPct val="0"/>
            </a:spcBef>
            <a:spcAft>
              <a:spcPct val="35000"/>
            </a:spcAft>
            <a:buNone/>
          </a:pPr>
          <a:r>
            <a:rPr kumimoji="1" lang="ja-JP" sz="3900" kern="1200"/>
            <a:t>クラウドの中心設計の限界を補完する</a:t>
          </a:r>
          <a:endParaRPr lang="en-US" sz="3900" kern="1200"/>
        </a:p>
      </dsp:txBody>
      <dsp:txXfrm>
        <a:off x="72441" y="953603"/>
        <a:ext cx="4713411" cy="2285597"/>
      </dsp:txXfrm>
    </dsp:sp>
    <dsp:sp modelId="{84D28047-B7C2-459B-8083-99D67E266276}">
      <dsp:nvSpPr>
        <dsp:cNvPr id="0" name=""/>
        <dsp:cNvSpPr/>
      </dsp:nvSpPr>
      <dsp:spPr>
        <a:xfrm>
          <a:off x="6070867" y="882495"/>
          <a:ext cx="4855627" cy="2427813"/>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49530" rIns="74295" bIns="49530" numCol="1" spcCol="1270" anchor="ctr" anchorCtr="0">
          <a:noAutofit/>
        </a:bodyPr>
        <a:lstStyle/>
        <a:p>
          <a:pPr marL="0" lvl="0" indent="0" algn="ctr" defTabSz="1733550">
            <a:lnSpc>
              <a:spcPct val="90000"/>
            </a:lnSpc>
            <a:spcBef>
              <a:spcPct val="0"/>
            </a:spcBef>
            <a:spcAft>
              <a:spcPct val="35000"/>
            </a:spcAft>
            <a:buNone/>
          </a:pPr>
          <a:r>
            <a:rPr lang="ja-JP" sz="3900" kern="1200"/>
            <a:t>リアルタイム処理を想定</a:t>
          </a:r>
          <a:endParaRPr lang="en-US" sz="3900" kern="1200"/>
        </a:p>
      </dsp:txBody>
      <dsp:txXfrm>
        <a:off x="6141975" y="953603"/>
        <a:ext cx="4713411" cy="22855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84C3AC-1655-4403-AA5B-808D784E5851}">
      <dsp:nvSpPr>
        <dsp:cNvPr id="0" name=""/>
        <dsp:cNvSpPr/>
      </dsp:nvSpPr>
      <dsp:spPr>
        <a:xfrm>
          <a:off x="0"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6D8DA9-CD4C-4AC3-AE35-8D70711747CA}">
      <dsp:nvSpPr>
        <dsp:cNvPr id="0" name=""/>
        <dsp:cNvSpPr/>
      </dsp:nvSpPr>
      <dsp:spPr>
        <a:xfrm>
          <a:off x="341494"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ja-JP" sz="2800" kern="1200"/>
            <a:t>フォグはクラウドの代替ではない</a:t>
          </a:r>
          <a:endParaRPr lang="en-US" sz="2800" kern="1200"/>
        </a:p>
      </dsp:txBody>
      <dsp:txXfrm>
        <a:off x="398656" y="1088253"/>
        <a:ext cx="2959127" cy="1837317"/>
      </dsp:txXfrm>
    </dsp:sp>
    <dsp:sp modelId="{0CC5D130-7AE1-44BC-8E97-139C4760406A}">
      <dsp:nvSpPr>
        <dsp:cNvPr id="0" name=""/>
        <dsp:cNvSpPr/>
      </dsp:nvSpPr>
      <dsp:spPr>
        <a:xfrm>
          <a:off x="3756441"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2A9BD6-452B-40CF-8100-3E58415C4928}">
      <dsp:nvSpPr>
        <dsp:cNvPr id="0" name=""/>
        <dsp:cNvSpPr/>
      </dsp:nvSpPr>
      <dsp:spPr>
        <a:xfrm>
          <a:off x="4097935"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kumimoji="1" lang="ja-JP" sz="2800" kern="1200"/>
            <a:t>中間層として機能を主張</a:t>
          </a:r>
          <a:endParaRPr lang="en-US" sz="2800" kern="1200"/>
        </a:p>
      </dsp:txBody>
      <dsp:txXfrm>
        <a:off x="4155097" y="1088253"/>
        <a:ext cx="2959127" cy="1837317"/>
      </dsp:txXfrm>
    </dsp:sp>
    <dsp:sp modelId="{5CC94889-EB7E-4CA7-94EB-A08A376A4C83}">
      <dsp:nvSpPr>
        <dsp:cNvPr id="0" name=""/>
        <dsp:cNvSpPr/>
      </dsp:nvSpPr>
      <dsp:spPr>
        <a:xfrm>
          <a:off x="7512882"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E5ABB7-7DDD-4C38-A2A4-881AE2EE2974}">
      <dsp:nvSpPr>
        <dsp:cNvPr id="0" name=""/>
        <dsp:cNvSpPr/>
      </dsp:nvSpPr>
      <dsp:spPr>
        <a:xfrm>
          <a:off x="7854377"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ja-JP" sz="2800" kern="1200"/>
            <a:t>即時性が必要な処理を担当</a:t>
          </a:r>
          <a:endParaRPr lang="en-US" sz="2800" kern="1200"/>
        </a:p>
      </dsp:txBody>
      <dsp:txXfrm>
        <a:off x="7911539" y="1088253"/>
        <a:ext cx="2959127" cy="18373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DC1EC2-4540-442E-B81C-9EA44AA27DEE}">
      <dsp:nvSpPr>
        <dsp:cNvPr id="0" name=""/>
        <dsp:cNvSpPr/>
      </dsp:nvSpPr>
      <dsp:spPr>
        <a:xfrm>
          <a:off x="0" y="9583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05A8D3-F047-4D47-A5D5-C5345D449418}">
      <dsp:nvSpPr>
        <dsp:cNvPr id="0" name=""/>
        <dsp:cNvSpPr/>
      </dsp:nvSpPr>
      <dsp:spPr>
        <a:xfrm>
          <a:off x="341494" y="12827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kumimoji="1" lang="ja-JP" sz="2100" kern="1200"/>
            <a:t>フォグによるリアルタイム性</a:t>
          </a:r>
          <a:endParaRPr lang="en-US" sz="2100" kern="1200"/>
        </a:p>
      </dsp:txBody>
      <dsp:txXfrm>
        <a:off x="398656" y="1339953"/>
        <a:ext cx="2959127" cy="1837317"/>
      </dsp:txXfrm>
    </dsp:sp>
    <dsp:sp modelId="{D31C360A-2F8C-48F3-9EC9-3B2672E0D0FA}">
      <dsp:nvSpPr>
        <dsp:cNvPr id="0" name=""/>
        <dsp:cNvSpPr/>
      </dsp:nvSpPr>
      <dsp:spPr>
        <a:xfrm>
          <a:off x="3756441" y="9583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EA4943-7B5D-4BB0-BFE7-4B4363932C2F}">
      <dsp:nvSpPr>
        <dsp:cNvPr id="0" name=""/>
        <dsp:cNvSpPr/>
      </dsp:nvSpPr>
      <dsp:spPr>
        <a:xfrm>
          <a:off x="4097935" y="12827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ja-JP" sz="2100" kern="1200"/>
            <a:t>リアルタイム性が重要な筋トレ支援ができると考えクラウド中心では実現が難しい</a:t>
          </a:r>
          <a:endParaRPr lang="en-US" sz="2100" kern="1200"/>
        </a:p>
      </dsp:txBody>
      <dsp:txXfrm>
        <a:off x="4155097" y="1339953"/>
        <a:ext cx="2959127" cy="1837317"/>
      </dsp:txXfrm>
    </dsp:sp>
    <dsp:sp modelId="{E705D232-D2D8-42A1-B666-EAE4D912BA86}">
      <dsp:nvSpPr>
        <dsp:cNvPr id="0" name=""/>
        <dsp:cNvSpPr/>
      </dsp:nvSpPr>
      <dsp:spPr>
        <a:xfrm>
          <a:off x="7512882" y="9583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2EE58C-D494-42D0-B858-6AA09F866B60}">
      <dsp:nvSpPr>
        <dsp:cNvPr id="0" name=""/>
        <dsp:cNvSpPr/>
      </dsp:nvSpPr>
      <dsp:spPr>
        <a:xfrm>
          <a:off x="7854377" y="12827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ja-JP" sz="2100" kern="1200"/>
            <a:t>フォグという中間層を導入することで可能になる</a:t>
          </a:r>
          <a:endParaRPr lang="en-US" sz="2100" kern="1200"/>
        </a:p>
      </dsp:txBody>
      <dsp:txXfrm>
        <a:off x="7911539" y="1339953"/>
        <a:ext cx="2959127" cy="183731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09F5CB-B902-B9BB-A902-E275D2FFA5A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5F8911C-C0B5-AAB5-E00C-55F93A320B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8AA8F40-77AC-A652-48C8-B8DB991C9F4F}"/>
              </a:ext>
            </a:extLst>
          </p:cNvPr>
          <p:cNvSpPr>
            <a:spLocks noGrp="1"/>
          </p:cNvSpPr>
          <p:nvPr>
            <p:ph type="dt" sz="half" idx="10"/>
          </p:nvPr>
        </p:nvSpPr>
        <p:spPr/>
        <p:txBody>
          <a:bodyPr/>
          <a:lstStyle/>
          <a:p>
            <a:fld id="{A82101CB-1A00-4E65-8074-9D46B7F3567C}" type="datetimeFigureOut">
              <a:rPr kumimoji="1" lang="ja-JP" altLang="en-US" smtClean="0"/>
              <a:t>2026/1/5</a:t>
            </a:fld>
            <a:endParaRPr kumimoji="1" lang="ja-JP" altLang="en-US"/>
          </a:p>
        </p:txBody>
      </p:sp>
      <p:sp>
        <p:nvSpPr>
          <p:cNvPr id="5" name="フッター プレースホルダー 4">
            <a:extLst>
              <a:ext uri="{FF2B5EF4-FFF2-40B4-BE49-F238E27FC236}">
                <a16:creationId xmlns:a16="http://schemas.microsoft.com/office/drawing/2014/main" id="{EA34922F-A0C7-91D8-20FA-DD44A11B8AC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21F6A45-B9F9-B773-7F2F-6B944E020F27}"/>
              </a:ext>
            </a:extLst>
          </p:cNvPr>
          <p:cNvSpPr>
            <a:spLocks noGrp="1"/>
          </p:cNvSpPr>
          <p:nvPr>
            <p:ph type="sldNum" sz="quarter" idx="12"/>
          </p:nvPr>
        </p:nvSpPr>
        <p:spPr/>
        <p:txBody>
          <a:body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3439377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E52AC1-9290-C3FE-717D-3A78D2FEC50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6ABE9DF-6BBE-18C6-C7DB-6230E35EC2A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46919BC-5EEE-E7C1-B441-A807B4A3711D}"/>
              </a:ext>
            </a:extLst>
          </p:cNvPr>
          <p:cNvSpPr>
            <a:spLocks noGrp="1"/>
          </p:cNvSpPr>
          <p:nvPr>
            <p:ph type="dt" sz="half" idx="10"/>
          </p:nvPr>
        </p:nvSpPr>
        <p:spPr/>
        <p:txBody>
          <a:bodyPr/>
          <a:lstStyle/>
          <a:p>
            <a:fld id="{A82101CB-1A00-4E65-8074-9D46B7F3567C}" type="datetimeFigureOut">
              <a:rPr kumimoji="1" lang="ja-JP" altLang="en-US" smtClean="0"/>
              <a:t>2026/1/5</a:t>
            </a:fld>
            <a:endParaRPr kumimoji="1" lang="ja-JP" altLang="en-US"/>
          </a:p>
        </p:txBody>
      </p:sp>
      <p:sp>
        <p:nvSpPr>
          <p:cNvPr id="5" name="フッター プレースホルダー 4">
            <a:extLst>
              <a:ext uri="{FF2B5EF4-FFF2-40B4-BE49-F238E27FC236}">
                <a16:creationId xmlns:a16="http://schemas.microsoft.com/office/drawing/2014/main" id="{43B3CF8D-5892-AFF9-8A7D-4D61E7EAC19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A2FF2FC-342D-91F1-F80F-6D6A009B4F41}"/>
              </a:ext>
            </a:extLst>
          </p:cNvPr>
          <p:cNvSpPr>
            <a:spLocks noGrp="1"/>
          </p:cNvSpPr>
          <p:nvPr>
            <p:ph type="sldNum" sz="quarter" idx="12"/>
          </p:nvPr>
        </p:nvSpPr>
        <p:spPr/>
        <p:txBody>
          <a:body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2706566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C7A455-C3E6-83DF-B7AA-AB4CC133D28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E53EA8-6FE2-F592-959F-8C1174DE1D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B704E65-4C7F-5500-8A0B-6490A2C377A4}"/>
              </a:ext>
            </a:extLst>
          </p:cNvPr>
          <p:cNvSpPr>
            <a:spLocks noGrp="1"/>
          </p:cNvSpPr>
          <p:nvPr>
            <p:ph type="dt" sz="half" idx="10"/>
          </p:nvPr>
        </p:nvSpPr>
        <p:spPr/>
        <p:txBody>
          <a:bodyPr/>
          <a:lstStyle/>
          <a:p>
            <a:fld id="{A82101CB-1A00-4E65-8074-9D46B7F3567C}" type="datetimeFigureOut">
              <a:rPr kumimoji="1" lang="ja-JP" altLang="en-US" smtClean="0"/>
              <a:t>2026/1/5</a:t>
            </a:fld>
            <a:endParaRPr kumimoji="1" lang="ja-JP" altLang="en-US"/>
          </a:p>
        </p:txBody>
      </p:sp>
      <p:sp>
        <p:nvSpPr>
          <p:cNvPr id="5" name="フッター プレースホルダー 4">
            <a:extLst>
              <a:ext uri="{FF2B5EF4-FFF2-40B4-BE49-F238E27FC236}">
                <a16:creationId xmlns:a16="http://schemas.microsoft.com/office/drawing/2014/main" id="{595E5F2D-9A73-05F4-A48A-1B5258D3E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DB148AE-441B-3F04-549F-FCBC29C2AA38}"/>
              </a:ext>
            </a:extLst>
          </p:cNvPr>
          <p:cNvSpPr>
            <a:spLocks noGrp="1"/>
          </p:cNvSpPr>
          <p:nvPr>
            <p:ph type="sldNum" sz="quarter" idx="12"/>
          </p:nvPr>
        </p:nvSpPr>
        <p:spPr/>
        <p:txBody>
          <a:body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3202925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F5FBF3-9B84-77F6-7CEF-7AECDD3077A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5FAC026-C937-F863-2187-96EFD7D9CD2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6F2287B-35DF-B0EA-CCD5-6530A6ADD7F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BAB35F0-90C8-F35F-42D8-B32226280CC2}"/>
              </a:ext>
            </a:extLst>
          </p:cNvPr>
          <p:cNvSpPr>
            <a:spLocks noGrp="1"/>
          </p:cNvSpPr>
          <p:nvPr>
            <p:ph type="dt" sz="half" idx="10"/>
          </p:nvPr>
        </p:nvSpPr>
        <p:spPr/>
        <p:txBody>
          <a:bodyPr/>
          <a:lstStyle/>
          <a:p>
            <a:fld id="{A82101CB-1A00-4E65-8074-9D46B7F3567C}" type="datetimeFigureOut">
              <a:rPr kumimoji="1" lang="ja-JP" altLang="en-US" smtClean="0"/>
              <a:t>2026/1/5</a:t>
            </a:fld>
            <a:endParaRPr kumimoji="1" lang="ja-JP" altLang="en-US"/>
          </a:p>
        </p:txBody>
      </p:sp>
      <p:sp>
        <p:nvSpPr>
          <p:cNvPr id="6" name="フッター プレースホルダー 5">
            <a:extLst>
              <a:ext uri="{FF2B5EF4-FFF2-40B4-BE49-F238E27FC236}">
                <a16:creationId xmlns:a16="http://schemas.microsoft.com/office/drawing/2014/main" id="{C9727486-0A26-698A-7F45-3976AB10DD6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F1871EF-CC73-AC9A-5EC0-69312D7B343F}"/>
              </a:ext>
            </a:extLst>
          </p:cNvPr>
          <p:cNvSpPr>
            <a:spLocks noGrp="1"/>
          </p:cNvSpPr>
          <p:nvPr>
            <p:ph type="sldNum" sz="quarter" idx="12"/>
          </p:nvPr>
        </p:nvSpPr>
        <p:spPr/>
        <p:txBody>
          <a:body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397842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E92B5E-801B-9697-553D-D7439D07441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B9AD73F-C385-0C42-EB98-34F8D9F48A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0B5542F-A876-A71D-30FF-B36D8104B5F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F66A0E9-3EDF-21C6-537F-EDCFA77C54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A21059F-E1A0-CAF2-2707-81B750FAE68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81E55B1-2AE8-67B6-D595-99B4C09E3EC5}"/>
              </a:ext>
            </a:extLst>
          </p:cNvPr>
          <p:cNvSpPr>
            <a:spLocks noGrp="1"/>
          </p:cNvSpPr>
          <p:nvPr>
            <p:ph type="dt" sz="half" idx="10"/>
          </p:nvPr>
        </p:nvSpPr>
        <p:spPr/>
        <p:txBody>
          <a:bodyPr/>
          <a:lstStyle/>
          <a:p>
            <a:fld id="{A82101CB-1A00-4E65-8074-9D46B7F3567C}" type="datetimeFigureOut">
              <a:rPr kumimoji="1" lang="ja-JP" altLang="en-US" smtClean="0"/>
              <a:t>2026/1/5</a:t>
            </a:fld>
            <a:endParaRPr kumimoji="1" lang="ja-JP" altLang="en-US"/>
          </a:p>
        </p:txBody>
      </p:sp>
      <p:sp>
        <p:nvSpPr>
          <p:cNvPr id="8" name="フッター プレースホルダー 7">
            <a:extLst>
              <a:ext uri="{FF2B5EF4-FFF2-40B4-BE49-F238E27FC236}">
                <a16:creationId xmlns:a16="http://schemas.microsoft.com/office/drawing/2014/main" id="{7B6AA7A9-4501-D53D-B820-037C7DE6FB1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2A22E72-865A-20BA-6121-50D151A9749D}"/>
              </a:ext>
            </a:extLst>
          </p:cNvPr>
          <p:cNvSpPr>
            <a:spLocks noGrp="1"/>
          </p:cNvSpPr>
          <p:nvPr>
            <p:ph type="sldNum" sz="quarter" idx="12"/>
          </p:nvPr>
        </p:nvSpPr>
        <p:spPr/>
        <p:txBody>
          <a:body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3471191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C12A56-200E-C155-CD34-44A1411CD6E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21530C9-FC78-5ADD-0FE3-9064127CCB0D}"/>
              </a:ext>
            </a:extLst>
          </p:cNvPr>
          <p:cNvSpPr>
            <a:spLocks noGrp="1"/>
          </p:cNvSpPr>
          <p:nvPr>
            <p:ph type="dt" sz="half" idx="10"/>
          </p:nvPr>
        </p:nvSpPr>
        <p:spPr/>
        <p:txBody>
          <a:bodyPr/>
          <a:lstStyle/>
          <a:p>
            <a:fld id="{A82101CB-1A00-4E65-8074-9D46B7F3567C}" type="datetimeFigureOut">
              <a:rPr kumimoji="1" lang="ja-JP" altLang="en-US" smtClean="0"/>
              <a:t>2026/1/5</a:t>
            </a:fld>
            <a:endParaRPr kumimoji="1" lang="ja-JP" altLang="en-US"/>
          </a:p>
        </p:txBody>
      </p:sp>
      <p:sp>
        <p:nvSpPr>
          <p:cNvPr id="4" name="フッター プレースホルダー 3">
            <a:extLst>
              <a:ext uri="{FF2B5EF4-FFF2-40B4-BE49-F238E27FC236}">
                <a16:creationId xmlns:a16="http://schemas.microsoft.com/office/drawing/2014/main" id="{04F7EF9A-B526-7782-B8EC-A2548A2D35E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90545E5-28ED-3DC0-5FF8-ABADA0F01EEA}"/>
              </a:ext>
            </a:extLst>
          </p:cNvPr>
          <p:cNvSpPr>
            <a:spLocks noGrp="1"/>
          </p:cNvSpPr>
          <p:nvPr>
            <p:ph type="sldNum" sz="quarter" idx="12"/>
          </p:nvPr>
        </p:nvSpPr>
        <p:spPr/>
        <p:txBody>
          <a:body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1812548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3D793E9-C83F-42B6-9A48-8EB960663804}"/>
              </a:ext>
            </a:extLst>
          </p:cNvPr>
          <p:cNvSpPr>
            <a:spLocks noGrp="1"/>
          </p:cNvSpPr>
          <p:nvPr>
            <p:ph type="dt" sz="half" idx="10"/>
          </p:nvPr>
        </p:nvSpPr>
        <p:spPr/>
        <p:txBody>
          <a:bodyPr/>
          <a:lstStyle/>
          <a:p>
            <a:fld id="{A82101CB-1A00-4E65-8074-9D46B7F3567C}" type="datetimeFigureOut">
              <a:rPr kumimoji="1" lang="ja-JP" altLang="en-US" smtClean="0"/>
              <a:t>2026/1/5</a:t>
            </a:fld>
            <a:endParaRPr kumimoji="1" lang="ja-JP" altLang="en-US"/>
          </a:p>
        </p:txBody>
      </p:sp>
      <p:sp>
        <p:nvSpPr>
          <p:cNvPr id="3" name="フッター プレースホルダー 2">
            <a:extLst>
              <a:ext uri="{FF2B5EF4-FFF2-40B4-BE49-F238E27FC236}">
                <a16:creationId xmlns:a16="http://schemas.microsoft.com/office/drawing/2014/main" id="{8A42A215-9B6D-FA2F-2AFE-23D5FE210A6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ADA5B90-597A-212D-4B68-1061D5DF43E5}"/>
              </a:ext>
            </a:extLst>
          </p:cNvPr>
          <p:cNvSpPr>
            <a:spLocks noGrp="1"/>
          </p:cNvSpPr>
          <p:nvPr>
            <p:ph type="sldNum" sz="quarter" idx="12"/>
          </p:nvPr>
        </p:nvSpPr>
        <p:spPr/>
        <p:txBody>
          <a:body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1207243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1036F4-2E24-B748-218D-137ECE13EA1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4F68AFE-2BFC-AD68-FB9B-2A79E0DE52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794F3DA-C6FA-EF4E-1E0A-1C0E420E7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0DA85C8-B3CF-0870-15ED-81F61B670185}"/>
              </a:ext>
            </a:extLst>
          </p:cNvPr>
          <p:cNvSpPr>
            <a:spLocks noGrp="1"/>
          </p:cNvSpPr>
          <p:nvPr>
            <p:ph type="dt" sz="half" idx="10"/>
          </p:nvPr>
        </p:nvSpPr>
        <p:spPr/>
        <p:txBody>
          <a:bodyPr/>
          <a:lstStyle/>
          <a:p>
            <a:fld id="{A82101CB-1A00-4E65-8074-9D46B7F3567C}" type="datetimeFigureOut">
              <a:rPr kumimoji="1" lang="ja-JP" altLang="en-US" smtClean="0"/>
              <a:t>2026/1/5</a:t>
            </a:fld>
            <a:endParaRPr kumimoji="1" lang="ja-JP" altLang="en-US"/>
          </a:p>
        </p:txBody>
      </p:sp>
      <p:sp>
        <p:nvSpPr>
          <p:cNvPr id="6" name="フッター プレースホルダー 5">
            <a:extLst>
              <a:ext uri="{FF2B5EF4-FFF2-40B4-BE49-F238E27FC236}">
                <a16:creationId xmlns:a16="http://schemas.microsoft.com/office/drawing/2014/main" id="{10C6927D-C39B-5394-1418-1CBD3FF5C3A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E263ADB-E2F1-BE56-E377-35965F1C310E}"/>
              </a:ext>
            </a:extLst>
          </p:cNvPr>
          <p:cNvSpPr>
            <a:spLocks noGrp="1"/>
          </p:cNvSpPr>
          <p:nvPr>
            <p:ph type="sldNum" sz="quarter" idx="12"/>
          </p:nvPr>
        </p:nvSpPr>
        <p:spPr/>
        <p:txBody>
          <a:body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1349351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8D34E4-9456-941A-EBCD-2DBCC94D5E2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A9DBBEF-9B8C-9914-5815-885226A78A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D85031E-153A-18F0-CCBC-86BB4DE4E5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EDDC37F-D54C-C80D-FF86-8BC0A5BE392B}"/>
              </a:ext>
            </a:extLst>
          </p:cNvPr>
          <p:cNvSpPr>
            <a:spLocks noGrp="1"/>
          </p:cNvSpPr>
          <p:nvPr>
            <p:ph type="dt" sz="half" idx="10"/>
          </p:nvPr>
        </p:nvSpPr>
        <p:spPr/>
        <p:txBody>
          <a:bodyPr/>
          <a:lstStyle/>
          <a:p>
            <a:fld id="{A82101CB-1A00-4E65-8074-9D46B7F3567C}" type="datetimeFigureOut">
              <a:rPr kumimoji="1" lang="ja-JP" altLang="en-US" smtClean="0"/>
              <a:t>2026/1/5</a:t>
            </a:fld>
            <a:endParaRPr kumimoji="1" lang="ja-JP" altLang="en-US"/>
          </a:p>
        </p:txBody>
      </p:sp>
      <p:sp>
        <p:nvSpPr>
          <p:cNvPr id="6" name="フッター プレースホルダー 5">
            <a:extLst>
              <a:ext uri="{FF2B5EF4-FFF2-40B4-BE49-F238E27FC236}">
                <a16:creationId xmlns:a16="http://schemas.microsoft.com/office/drawing/2014/main" id="{08FCE518-E018-33A4-522D-C5CF09F8963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5975C65-A180-A90C-0C1B-8C1074C94BA4}"/>
              </a:ext>
            </a:extLst>
          </p:cNvPr>
          <p:cNvSpPr>
            <a:spLocks noGrp="1"/>
          </p:cNvSpPr>
          <p:nvPr>
            <p:ph type="sldNum" sz="quarter" idx="12"/>
          </p:nvPr>
        </p:nvSpPr>
        <p:spPr/>
        <p:txBody>
          <a:body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2817506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DE71-F7B3-9EE2-7BFD-E2CB574F973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E809087-E6A1-B6D0-55E2-4776AE8DF74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C367F92-2F16-758B-57EC-1CFC74B97D36}"/>
              </a:ext>
            </a:extLst>
          </p:cNvPr>
          <p:cNvSpPr>
            <a:spLocks noGrp="1"/>
          </p:cNvSpPr>
          <p:nvPr>
            <p:ph type="dt" sz="half" idx="10"/>
          </p:nvPr>
        </p:nvSpPr>
        <p:spPr/>
        <p:txBody>
          <a:bodyPr/>
          <a:lstStyle/>
          <a:p>
            <a:fld id="{A82101CB-1A00-4E65-8074-9D46B7F3567C}" type="datetimeFigureOut">
              <a:rPr kumimoji="1" lang="ja-JP" altLang="en-US" smtClean="0"/>
              <a:t>2026/1/5</a:t>
            </a:fld>
            <a:endParaRPr kumimoji="1" lang="ja-JP" altLang="en-US"/>
          </a:p>
        </p:txBody>
      </p:sp>
      <p:sp>
        <p:nvSpPr>
          <p:cNvPr id="5" name="フッター プレースホルダー 4">
            <a:extLst>
              <a:ext uri="{FF2B5EF4-FFF2-40B4-BE49-F238E27FC236}">
                <a16:creationId xmlns:a16="http://schemas.microsoft.com/office/drawing/2014/main" id="{DBCA44A8-29E4-4661-4D63-359C38BD052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7C0378-C48C-4EDC-4C15-88CAD7CB1091}"/>
              </a:ext>
            </a:extLst>
          </p:cNvPr>
          <p:cNvSpPr>
            <a:spLocks noGrp="1"/>
          </p:cNvSpPr>
          <p:nvPr>
            <p:ph type="sldNum" sz="quarter" idx="12"/>
          </p:nvPr>
        </p:nvSpPr>
        <p:spPr/>
        <p:txBody>
          <a:body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2083647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84E755C-584B-8A89-B6C2-5E27CADB91E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94328B7-AECC-0233-4C11-0978CF6822C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516F5E5-C1C1-E6F2-3A77-CB2350301DEA}"/>
              </a:ext>
            </a:extLst>
          </p:cNvPr>
          <p:cNvSpPr>
            <a:spLocks noGrp="1"/>
          </p:cNvSpPr>
          <p:nvPr>
            <p:ph type="dt" sz="half" idx="10"/>
          </p:nvPr>
        </p:nvSpPr>
        <p:spPr/>
        <p:txBody>
          <a:bodyPr/>
          <a:lstStyle/>
          <a:p>
            <a:fld id="{A82101CB-1A00-4E65-8074-9D46B7F3567C}" type="datetimeFigureOut">
              <a:rPr kumimoji="1" lang="ja-JP" altLang="en-US" smtClean="0"/>
              <a:t>2026/1/5</a:t>
            </a:fld>
            <a:endParaRPr kumimoji="1" lang="ja-JP" altLang="en-US"/>
          </a:p>
        </p:txBody>
      </p:sp>
      <p:sp>
        <p:nvSpPr>
          <p:cNvPr id="5" name="フッター プレースホルダー 4">
            <a:extLst>
              <a:ext uri="{FF2B5EF4-FFF2-40B4-BE49-F238E27FC236}">
                <a16:creationId xmlns:a16="http://schemas.microsoft.com/office/drawing/2014/main" id="{52227DDC-95E6-568A-7055-6478687E615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C99E8DF-60B6-4C75-8096-FDB998B6385B}"/>
              </a:ext>
            </a:extLst>
          </p:cNvPr>
          <p:cNvSpPr>
            <a:spLocks noGrp="1"/>
          </p:cNvSpPr>
          <p:nvPr>
            <p:ph type="sldNum" sz="quarter" idx="12"/>
          </p:nvPr>
        </p:nvSpPr>
        <p:spPr/>
        <p:txBody>
          <a:body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3329993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F304D5F-85C2-6FC5-99CE-E6D7FCA8A2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2667551-B7C9-3606-6519-2C2E33FA14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A46A42E-3271-AD7C-BBBC-DDDEC087F3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2101CB-1A00-4E65-8074-9D46B7F3567C}" type="datetimeFigureOut">
              <a:rPr kumimoji="1" lang="ja-JP" altLang="en-US" smtClean="0"/>
              <a:t>2026/1/5</a:t>
            </a:fld>
            <a:endParaRPr kumimoji="1" lang="ja-JP" altLang="en-US"/>
          </a:p>
        </p:txBody>
      </p:sp>
      <p:sp>
        <p:nvSpPr>
          <p:cNvPr id="5" name="フッター プレースホルダー 4">
            <a:extLst>
              <a:ext uri="{FF2B5EF4-FFF2-40B4-BE49-F238E27FC236}">
                <a16:creationId xmlns:a16="http://schemas.microsoft.com/office/drawing/2014/main" id="{CCD1BEFA-488D-B2A8-456C-801F3CF848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109033E-6F36-E68A-4472-96343D85B1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E7B0A2-B2D1-480C-9026-3F9D9BEE1893}" type="slidenum">
              <a:rPr kumimoji="1" lang="ja-JP" altLang="en-US" smtClean="0"/>
              <a:t>‹#›</a:t>
            </a:fld>
            <a:endParaRPr kumimoji="1" lang="ja-JP" altLang="en-US"/>
          </a:p>
        </p:txBody>
      </p:sp>
    </p:spTree>
    <p:extLst>
      <p:ext uri="{BB962C8B-B14F-4D97-AF65-F5344CB8AC3E}">
        <p14:creationId xmlns:p14="http://schemas.microsoft.com/office/powerpoint/2010/main" val="2220197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3AAA2DE6-E156-FC44-8DD8-DE8C6A83511B}"/>
              </a:ext>
            </a:extLst>
          </p:cNvPr>
          <p:cNvSpPr>
            <a:spLocks noGrp="1"/>
          </p:cNvSpPr>
          <p:nvPr>
            <p:ph type="ctrTitle"/>
          </p:nvPr>
        </p:nvSpPr>
        <p:spPr>
          <a:xfrm>
            <a:off x="1314824" y="735106"/>
            <a:ext cx="10053763" cy="2928470"/>
          </a:xfrm>
        </p:spPr>
        <p:txBody>
          <a:bodyPr anchor="b">
            <a:normAutofit/>
          </a:bodyPr>
          <a:lstStyle/>
          <a:p>
            <a:pPr algn="l"/>
            <a:r>
              <a:rPr kumimoji="1" lang="ja-JP" altLang="en-US" sz="4800">
                <a:solidFill>
                  <a:srgbClr val="FFFFFF"/>
                </a:solidFill>
              </a:rPr>
              <a:t>宮澤研究室　冬休み課題</a:t>
            </a:r>
          </a:p>
        </p:txBody>
      </p:sp>
      <p:sp>
        <p:nvSpPr>
          <p:cNvPr id="3" name="字幕 2">
            <a:extLst>
              <a:ext uri="{FF2B5EF4-FFF2-40B4-BE49-F238E27FC236}">
                <a16:creationId xmlns:a16="http://schemas.microsoft.com/office/drawing/2014/main" id="{F3DED46B-2F44-ED94-D6FC-187DF76F0785}"/>
              </a:ext>
            </a:extLst>
          </p:cNvPr>
          <p:cNvSpPr>
            <a:spLocks noGrp="1"/>
          </p:cNvSpPr>
          <p:nvPr>
            <p:ph type="subTitle" idx="1"/>
          </p:nvPr>
        </p:nvSpPr>
        <p:spPr>
          <a:xfrm>
            <a:off x="1350682" y="4870824"/>
            <a:ext cx="10005951" cy="1458258"/>
          </a:xfrm>
        </p:spPr>
        <p:txBody>
          <a:bodyPr anchor="ctr">
            <a:normAutofit/>
          </a:bodyPr>
          <a:lstStyle/>
          <a:p>
            <a:pPr algn="l"/>
            <a:r>
              <a:rPr kumimoji="1" lang="en-US" altLang="ja-JP" dirty="0"/>
              <a:t>2023TS030 </a:t>
            </a:r>
            <a:r>
              <a:rPr kumimoji="1" lang="ja-JP" altLang="en-US" dirty="0"/>
              <a:t>川瀬　翔大</a:t>
            </a:r>
            <a:endParaRPr kumimoji="1" lang="ja-JP" altLang="en-US"/>
          </a:p>
        </p:txBody>
      </p:sp>
    </p:spTree>
    <p:extLst>
      <p:ext uri="{BB962C8B-B14F-4D97-AF65-F5344CB8AC3E}">
        <p14:creationId xmlns:p14="http://schemas.microsoft.com/office/powerpoint/2010/main" val="97422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D8BA636-4C56-B321-1C5B-C5BCDABCFFFC}"/>
              </a:ext>
            </a:extLst>
          </p:cNvPr>
          <p:cNvSpPr>
            <a:spLocks noGrp="1"/>
          </p:cNvSpPr>
          <p:nvPr>
            <p:ph type="title"/>
          </p:nvPr>
        </p:nvSpPr>
        <p:spPr>
          <a:xfrm>
            <a:off x="1371599" y="294538"/>
            <a:ext cx="9895951" cy="1033669"/>
          </a:xfrm>
        </p:spPr>
        <p:txBody>
          <a:bodyPr>
            <a:normAutofit/>
          </a:bodyPr>
          <a:lstStyle/>
          <a:p>
            <a:r>
              <a:rPr kumimoji="1" lang="ja-JP" altLang="en-US" sz="4000">
                <a:solidFill>
                  <a:srgbClr val="FFFFFF"/>
                </a:solidFill>
              </a:rPr>
              <a:t>研究背景</a:t>
            </a:r>
          </a:p>
        </p:txBody>
      </p:sp>
      <p:sp>
        <p:nvSpPr>
          <p:cNvPr id="3" name="コンテンツ プレースホルダー 2">
            <a:extLst>
              <a:ext uri="{FF2B5EF4-FFF2-40B4-BE49-F238E27FC236}">
                <a16:creationId xmlns:a16="http://schemas.microsoft.com/office/drawing/2014/main" id="{76D41D9F-F7F6-645C-6F62-7C94104A0B2B}"/>
              </a:ext>
            </a:extLst>
          </p:cNvPr>
          <p:cNvSpPr>
            <a:spLocks noGrp="1"/>
          </p:cNvSpPr>
          <p:nvPr>
            <p:ph idx="1"/>
          </p:nvPr>
        </p:nvSpPr>
        <p:spPr>
          <a:xfrm>
            <a:off x="1371599" y="2318197"/>
            <a:ext cx="9724031" cy="3683358"/>
          </a:xfrm>
        </p:spPr>
        <p:txBody>
          <a:bodyPr anchor="ctr">
            <a:normAutofit/>
          </a:bodyPr>
          <a:lstStyle/>
          <a:p>
            <a:r>
              <a:rPr kumimoji="1" lang="ja-JP" altLang="en-US" sz="2000"/>
              <a:t>フォグなどの</a:t>
            </a:r>
            <a:r>
              <a:rPr kumimoji="1" lang="en-US" altLang="ja-JP" sz="2000"/>
              <a:t>loT</a:t>
            </a:r>
            <a:r>
              <a:rPr kumimoji="1" lang="ja-JP" altLang="en-US" sz="2000"/>
              <a:t>の増加</a:t>
            </a:r>
            <a:endParaRPr kumimoji="1" lang="en-US" altLang="ja-JP" sz="2000"/>
          </a:p>
          <a:p>
            <a:endParaRPr lang="en-US" altLang="ja-JP" sz="2000"/>
          </a:p>
          <a:p>
            <a:pPr marL="0" indent="0">
              <a:buNone/>
            </a:pPr>
            <a:r>
              <a:rPr kumimoji="1" lang="ja-JP" altLang="en-US" sz="2000"/>
              <a:t>・クラウドだけでは限界がある。</a:t>
            </a:r>
            <a:endParaRPr kumimoji="1" lang="en-US" altLang="ja-JP" sz="2000"/>
          </a:p>
          <a:p>
            <a:pPr marL="0" indent="0">
              <a:buNone/>
            </a:pPr>
            <a:r>
              <a:rPr lang="en-US" altLang="ja-JP" sz="2000"/>
              <a:t>-&gt;</a:t>
            </a:r>
            <a:r>
              <a:rPr lang="ja-JP" altLang="en-US" sz="2000"/>
              <a:t>通信遅延</a:t>
            </a:r>
            <a:endParaRPr lang="en-US" altLang="ja-JP" sz="2000"/>
          </a:p>
          <a:p>
            <a:pPr marL="0" indent="0">
              <a:buNone/>
            </a:pPr>
            <a:r>
              <a:rPr kumimoji="1" lang="en-US" altLang="ja-JP" sz="2000"/>
              <a:t>-&gt;</a:t>
            </a:r>
            <a:r>
              <a:rPr kumimoji="1" lang="ja-JP" altLang="en-US" sz="2000"/>
              <a:t>帯域制約</a:t>
            </a:r>
            <a:endParaRPr kumimoji="1" lang="en-US" altLang="ja-JP" sz="2000"/>
          </a:p>
          <a:p>
            <a:pPr marL="0" indent="0">
              <a:buNone/>
            </a:pPr>
            <a:r>
              <a:rPr kumimoji="1" lang="en-US" altLang="ja-JP" sz="2000"/>
              <a:t>-&gt;</a:t>
            </a:r>
            <a:r>
              <a:rPr kumimoji="1" lang="ja-JP" altLang="en-US" sz="2000"/>
              <a:t>リアルタイムの処理</a:t>
            </a:r>
            <a:endParaRPr kumimoji="1" lang="en-US" altLang="ja-JP" sz="2000"/>
          </a:p>
          <a:p>
            <a:pPr marL="0" indent="0">
              <a:buNone/>
            </a:pPr>
            <a:endParaRPr kumimoji="1" lang="ja-JP" altLang="en-US" sz="2000"/>
          </a:p>
        </p:txBody>
      </p:sp>
    </p:spTree>
    <p:extLst>
      <p:ext uri="{BB962C8B-B14F-4D97-AF65-F5344CB8AC3E}">
        <p14:creationId xmlns:p14="http://schemas.microsoft.com/office/powerpoint/2010/main" val="3994906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EB9F7722-DC9C-F49C-59BB-367D667B8626}"/>
              </a:ext>
            </a:extLst>
          </p:cNvPr>
          <p:cNvSpPr>
            <a:spLocks noGrp="1"/>
          </p:cNvSpPr>
          <p:nvPr>
            <p:ph type="title"/>
          </p:nvPr>
        </p:nvSpPr>
        <p:spPr>
          <a:xfrm>
            <a:off x="1383564" y="348865"/>
            <a:ext cx="9718111" cy="1576446"/>
          </a:xfrm>
        </p:spPr>
        <p:txBody>
          <a:bodyPr anchor="ctr">
            <a:normAutofit/>
          </a:bodyPr>
          <a:lstStyle/>
          <a:p>
            <a:r>
              <a:rPr lang="en-US" altLang="ja-JP" sz="4000">
                <a:solidFill>
                  <a:srgbClr val="FFFFFF"/>
                </a:solidFill>
              </a:rPr>
              <a:t>The NIST Definition of Cloud Computing</a:t>
            </a:r>
            <a:r>
              <a:rPr lang="ja-JP" altLang="en-US" sz="4000">
                <a:solidFill>
                  <a:srgbClr val="FFFFFF"/>
                </a:solidFill>
              </a:rPr>
              <a:t>を読む価値</a:t>
            </a:r>
            <a:endParaRPr kumimoji="1" lang="ja-JP" altLang="en-US" sz="4000">
              <a:solidFill>
                <a:srgbClr val="FFFFFF"/>
              </a:solidFill>
            </a:endParaRPr>
          </a:p>
        </p:txBody>
      </p:sp>
      <p:graphicFrame>
        <p:nvGraphicFramePr>
          <p:cNvPr id="5" name="コンテンツ プレースホルダー 2">
            <a:extLst>
              <a:ext uri="{FF2B5EF4-FFF2-40B4-BE49-F238E27FC236}">
                <a16:creationId xmlns:a16="http://schemas.microsoft.com/office/drawing/2014/main" id="{D49CFDB8-B958-5D82-7B75-F308FFC02377}"/>
              </a:ext>
            </a:extLst>
          </p:cNvPr>
          <p:cNvGraphicFramePr>
            <a:graphicFrameLocks noGrp="1"/>
          </p:cNvGraphicFramePr>
          <p:nvPr>
            <p:ph idx="1"/>
            <p:extLst>
              <p:ext uri="{D42A27DB-BD31-4B8C-83A1-F6EECF244321}">
                <p14:modId xmlns:p14="http://schemas.microsoft.com/office/powerpoint/2010/main" val="391111389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4265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D114440F-94CC-0615-D232-35A5F23D0AB0}"/>
              </a:ext>
            </a:extLst>
          </p:cNvPr>
          <p:cNvSpPr>
            <a:spLocks noGrp="1"/>
          </p:cNvSpPr>
          <p:nvPr>
            <p:ph type="title"/>
          </p:nvPr>
        </p:nvSpPr>
        <p:spPr>
          <a:xfrm>
            <a:off x="1383564" y="348865"/>
            <a:ext cx="9718111" cy="1576446"/>
          </a:xfrm>
        </p:spPr>
        <p:txBody>
          <a:bodyPr anchor="ctr">
            <a:normAutofit/>
          </a:bodyPr>
          <a:lstStyle/>
          <a:p>
            <a:r>
              <a:rPr kumimoji="1" lang="ja-JP" altLang="en-US" sz="4000">
                <a:solidFill>
                  <a:srgbClr val="FFFFFF"/>
                </a:solidFill>
              </a:rPr>
              <a:t>著者の主張</a:t>
            </a:r>
          </a:p>
        </p:txBody>
      </p:sp>
      <p:graphicFrame>
        <p:nvGraphicFramePr>
          <p:cNvPr id="5" name="コンテンツ プレースホルダー 2">
            <a:extLst>
              <a:ext uri="{FF2B5EF4-FFF2-40B4-BE49-F238E27FC236}">
                <a16:creationId xmlns:a16="http://schemas.microsoft.com/office/drawing/2014/main" id="{432434AD-000C-959D-4C91-5373D57B0783}"/>
              </a:ext>
            </a:extLst>
          </p:cNvPr>
          <p:cNvGraphicFramePr>
            <a:graphicFrameLocks noGrp="1"/>
          </p:cNvGraphicFramePr>
          <p:nvPr>
            <p:ph idx="1"/>
            <p:extLst>
              <p:ext uri="{D42A27DB-BD31-4B8C-83A1-F6EECF244321}">
                <p14:modId xmlns:p14="http://schemas.microsoft.com/office/powerpoint/2010/main" val="1048553534"/>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1172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4BBCA7A-03BC-F0A4-ED41-53B3F191F276}"/>
              </a:ext>
            </a:extLst>
          </p:cNvPr>
          <p:cNvSpPr>
            <a:spLocks noGrp="1"/>
          </p:cNvSpPr>
          <p:nvPr>
            <p:ph type="title"/>
          </p:nvPr>
        </p:nvSpPr>
        <p:spPr>
          <a:xfrm>
            <a:off x="1371599" y="294538"/>
            <a:ext cx="9895951" cy="1033669"/>
          </a:xfrm>
        </p:spPr>
        <p:txBody>
          <a:bodyPr>
            <a:normAutofit/>
          </a:bodyPr>
          <a:lstStyle/>
          <a:p>
            <a:r>
              <a:rPr lang="ja-JP" altLang="en-US" sz="4000">
                <a:solidFill>
                  <a:srgbClr val="FFFFFF"/>
                </a:solidFill>
              </a:rPr>
              <a:t>どこが強い </a:t>
            </a:r>
            <a:r>
              <a:rPr lang="en-US" altLang="ja-JP" sz="4000">
                <a:solidFill>
                  <a:srgbClr val="FFFFFF"/>
                </a:solidFill>
              </a:rPr>
              <a:t>/ </a:t>
            </a:r>
            <a:r>
              <a:rPr lang="ja-JP" altLang="en-US" sz="4000">
                <a:solidFill>
                  <a:srgbClr val="FFFFFF"/>
                </a:solidFill>
              </a:rPr>
              <a:t>どこが弱いか</a:t>
            </a:r>
            <a:endParaRPr kumimoji="1" lang="ja-JP" altLang="en-US" sz="4000">
              <a:solidFill>
                <a:srgbClr val="FFFFFF"/>
              </a:solidFill>
            </a:endParaRPr>
          </a:p>
        </p:txBody>
      </p:sp>
      <p:sp>
        <p:nvSpPr>
          <p:cNvPr id="3" name="コンテンツ プレースホルダー 2">
            <a:extLst>
              <a:ext uri="{FF2B5EF4-FFF2-40B4-BE49-F238E27FC236}">
                <a16:creationId xmlns:a16="http://schemas.microsoft.com/office/drawing/2014/main" id="{F1CF8816-EE2B-70DB-D674-0C1C1014D4DA}"/>
              </a:ext>
            </a:extLst>
          </p:cNvPr>
          <p:cNvSpPr>
            <a:spLocks noGrp="1"/>
          </p:cNvSpPr>
          <p:nvPr>
            <p:ph idx="1"/>
          </p:nvPr>
        </p:nvSpPr>
        <p:spPr>
          <a:xfrm>
            <a:off x="1371599" y="2318197"/>
            <a:ext cx="9724031" cy="3683358"/>
          </a:xfrm>
        </p:spPr>
        <p:txBody>
          <a:bodyPr anchor="ctr">
            <a:normAutofit/>
          </a:bodyPr>
          <a:lstStyle/>
          <a:p>
            <a:pPr marL="0" indent="0">
              <a:buNone/>
            </a:pPr>
            <a:r>
              <a:rPr kumimoji="1" lang="ja-JP" altLang="en-US" sz="2000"/>
              <a:t>強み</a:t>
            </a:r>
            <a:endParaRPr kumimoji="1" lang="en-US" altLang="ja-JP" sz="2000"/>
          </a:p>
          <a:p>
            <a:pPr marL="0" indent="0">
              <a:buNone/>
            </a:pPr>
            <a:r>
              <a:rPr lang="ja-JP" altLang="en-US" sz="2000"/>
              <a:t>・定義が明確・汎用的</a:t>
            </a:r>
            <a:endParaRPr lang="en-US" altLang="ja-JP" sz="2000"/>
          </a:p>
          <a:p>
            <a:pPr marL="0" indent="0">
              <a:buNone/>
            </a:pPr>
            <a:r>
              <a:rPr lang="ja-JP" altLang="en-US" sz="2000"/>
              <a:t>・現在も引用されている</a:t>
            </a:r>
            <a:endParaRPr lang="en-US" altLang="ja-JP" sz="2000"/>
          </a:p>
          <a:p>
            <a:pPr marL="0" indent="0">
              <a:buNone/>
            </a:pPr>
            <a:r>
              <a:rPr kumimoji="1" lang="ja-JP" altLang="en-US" sz="2000"/>
              <a:t>弱み</a:t>
            </a:r>
            <a:endParaRPr kumimoji="1" lang="en-US" altLang="ja-JP" sz="2000"/>
          </a:p>
          <a:p>
            <a:pPr marL="0" indent="0">
              <a:buNone/>
            </a:pPr>
            <a:r>
              <a:rPr lang="ja-JP" altLang="en-US" sz="2000"/>
              <a:t>・遅延、リアルタイム性は考慮外</a:t>
            </a:r>
            <a:endParaRPr lang="en-US" altLang="ja-JP" sz="2000"/>
          </a:p>
          <a:p>
            <a:pPr marL="0" indent="0">
              <a:buNone/>
            </a:pPr>
            <a:r>
              <a:rPr kumimoji="1" lang="ja-JP" altLang="en-US" sz="2000"/>
              <a:t>・処理の想定が薄い</a:t>
            </a:r>
          </a:p>
        </p:txBody>
      </p:sp>
    </p:spTree>
    <p:extLst>
      <p:ext uri="{BB962C8B-B14F-4D97-AF65-F5344CB8AC3E}">
        <p14:creationId xmlns:p14="http://schemas.microsoft.com/office/powerpoint/2010/main" val="800768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2E83E17E-8A10-D311-4571-4049BFA965EF}"/>
              </a:ext>
            </a:extLst>
          </p:cNvPr>
          <p:cNvSpPr>
            <a:spLocks noGrp="1"/>
          </p:cNvSpPr>
          <p:nvPr>
            <p:ph type="title"/>
          </p:nvPr>
        </p:nvSpPr>
        <p:spPr>
          <a:xfrm>
            <a:off x="1371597" y="348865"/>
            <a:ext cx="10044023" cy="877729"/>
          </a:xfrm>
        </p:spPr>
        <p:txBody>
          <a:bodyPr anchor="ctr">
            <a:normAutofit/>
          </a:bodyPr>
          <a:lstStyle/>
          <a:p>
            <a:r>
              <a:rPr kumimoji="1" lang="en-US" altLang="ja-JP" sz="4000">
                <a:solidFill>
                  <a:srgbClr val="FFFFFF"/>
                </a:solidFill>
              </a:rPr>
              <a:t>Fo</a:t>
            </a:r>
            <a:r>
              <a:rPr lang="en-US" altLang="ja-JP" sz="4000">
                <a:solidFill>
                  <a:srgbClr val="FFFFFF"/>
                </a:solidFill>
              </a:rPr>
              <a:t>g</a:t>
            </a:r>
            <a:r>
              <a:rPr lang="ja-JP" altLang="en-US" sz="4000">
                <a:solidFill>
                  <a:srgbClr val="FFFFFF"/>
                </a:solidFill>
              </a:rPr>
              <a:t> </a:t>
            </a:r>
            <a:r>
              <a:rPr lang="en-US" altLang="ja-JP" sz="4000">
                <a:solidFill>
                  <a:srgbClr val="FFFFFF"/>
                </a:solidFill>
              </a:rPr>
              <a:t>Computing</a:t>
            </a:r>
            <a:r>
              <a:rPr lang="ja-JP" altLang="en-US" sz="4000">
                <a:solidFill>
                  <a:srgbClr val="FFFFFF"/>
                </a:solidFill>
              </a:rPr>
              <a:t>を読む価値</a:t>
            </a:r>
            <a:endParaRPr kumimoji="1" lang="ja-JP" altLang="en-US" sz="4000">
              <a:solidFill>
                <a:srgbClr val="FFFFFF"/>
              </a:solidFill>
            </a:endParaRPr>
          </a:p>
        </p:txBody>
      </p:sp>
      <p:graphicFrame>
        <p:nvGraphicFramePr>
          <p:cNvPr id="5" name="コンテンツ プレースホルダー 2">
            <a:extLst>
              <a:ext uri="{FF2B5EF4-FFF2-40B4-BE49-F238E27FC236}">
                <a16:creationId xmlns:a16="http://schemas.microsoft.com/office/drawing/2014/main" id="{28A40CF3-6B31-EE66-2E9E-8A4AAF499C2D}"/>
              </a:ext>
            </a:extLst>
          </p:cNvPr>
          <p:cNvGraphicFramePr>
            <a:graphicFrameLocks noGrp="1"/>
          </p:cNvGraphicFramePr>
          <p:nvPr>
            <p:ph idx="1"/>
            <p:extLst>
              <p:ext uri="{D42A27DB-BD31-4B8C-83A1-F6EECF244321}">
                <p14:modId xmlns:p14="http://schemas.microsoft.com/office/powerpoint/2010/main" val="207509734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884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CC1A149A-114E-1539-DB87-57C54BAB56E6}"/>
              </a:ext>
            </a:extLst>
          </p:cNvPr>
          <p:cNvSpPr>
            <a:spLocks noGrp="1"/>
          </p:cNvSpPr>
          <p:nvPr>
            <p:ph type="title"/>
          </p:nvPr>
        </p:nvSpPr>
        <p:spPr>
          <a:xfrm>
            <a:off x="1383564" y="348865"/>
            <a:ext cx="9718111" cy="1576446"/>
          </a:xfrm>
        </p:spPr>
        <p:txBody>
          <a:bodyPr anchor="ctr">
            <a:normAutofit/>
          </a:bodyPr>
          <a:lstStyle/>
          <a:p>
            <a:r>
              <a:rPr kumimoji="1" lang="ja-JP" altLang="en-US" sz="4000">
                <a:solidFill>
                  <a:srgbClr val="FFFFFF"/>
                </a:solidFill>
              </a:rPr>
              <a:t>著者の主張</a:t>
            </a:r>
          </a:p>
        </p:txBody>
      </p:sp>
      <p:graphicFrame>
        <p:nvGraphicFramePr>
          <p:cNvPr id="5" name="コンテンツ プレースホルダー 2">
            <a:extLst>
              <a:ext uri="{FF2B5EF4-FFF2-40B4-BE49-F238E27FC236}">
                <a16:creationId xmlns:a16="http://schemas.microsoft.com/office/drawing/2014/main" id="{8C2160CA-154C-0AF7-BFA3-46E97CFDE7FC}"/>
              </a:ext>
            </a:extLst>
          </p:cNvPr>
          <p:cNvGraphicFramePr>
            <a:graphicFrameLocks noGrp="1"/>
          </p:cNvGraphicFramePr>
          <p:nvPr>
            <p:ph idx="1"/>
            <p:extLst>
              <p:ext uri="{D42A27DB-BD31-4B8C-83A1-F6EECF244321}">
                <p14:modId xmlns:p14="http://schemas.microsoft.com/office/powerpoint/2010/main" val="222727410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4012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A87D5E2-2BA3-21B9-DC3F-4A542D5892DD}"/>
              </a:ext>
            </a:extLst>
          </p:cNvPr>
          <p:cNvSpPr>
            <a:spLocks noGrp="1"/>
          </p:cNvSpPr>
          <p:nvPr>
            <p:ph type="title"/>
          </p:nvPr>
        </p:nvSpPr>
        <p:spPr>
          <a:xfrm>
            <a:off x="1371599" y="294538"/>
            <a:ext cx="9895951" cy="1033669"/>
          </a:xfrm>
        </p:spPr>
        <p:txBody>
          <a:bodyPr>
            <a:normAutofit/>
          </a:bodyPr>
          <a:lstStyle/>
          <a:p>
            <a:r>
              <a:rPr lang="ja-JP" altLang="en-US" sz="4000">
                <a:solidFill>
                  <a:srgbClr val="FFFFFF"/>
                </a:solidFill>
              </a:rPr>
              <a:t>フォグの強み </a:t>
            </a:r>
            <a:r>
              <a:rPr lang="en-US" altLang="ja-JP" sz="4000">
                <a:solidFill>
                  <a:srgbClr val="FFFFFF"/>
                </a:solidFill>
              </a:rPr>
              <a:t>/ </a:t>
            </a:r>
            <a:r>
              <a:rPr lang="ja-JP" altLang="en-US" sz="4000">
                <a:solidFill>
                  <a:srgbClr val="FFFFFF"/>
                </a:solidFill>
              </a:rPr>
              <a:t>弱み</a:t>
            </a:r>
            <a:endParaRPr kumimoji="1" lang="ja-JP" altLang="en-US" sz="4000">
              <a:solidFill>
                <a:srgbClr val="FFFFFF"/>
              </a:solidFill>
            </a:endParaRPr>
          </a:p>
        </p:txBody>
      </p:sp>
      <p:sp>
        <p:nvSpPr>
          <p:cNvPr id="3" name="コンテンツ プレースホルダー 2">
            <a:extLst>
              <a:ext uri="{FF2B5EF4-FFF2-40B4-BE49-F238E27FC236}">
                <a16:creationId xmlns:a16="http://schemas.microsoft.com/office/drawing/2014/main" id="{974921A3-C698-B733-F37B-C64BCE67C119}"/>
              </a:ext>
            </a:extLst>
          </p:cNvPr>
          <p:cNvSpPr>
            <a:spLocks noGrp="1"/>
          </p:cNvSpPr>
          <p:nvPr>
            <p:ph idx="1"/>
          </p:nvPr>
        </p:nvSpPr>
        <p:spPr>
          <a:xfrm>
            <a:off x="1371599" y="2318197"/>
            <a:ext cx="9724031" cy="3683358"/>
          </a:xfrm>
        </p:spPr>
        <p:txBody>
          <a:bodyPr anchor="ctr">
            <a:normAutofit/>
          </a:bodyPr>
          <a:lstStyle/>
          <a:p>
            <a:pPr marL="0" indent="0">
              <a:buNone/>
            </a:pPr>
            <a:r>
              <a:rPr kumimoji="1" lang="ja-JP" altLang="en-US" sz="2000"/>
              <a:t>強み</a:t>
            </a:r>
            <a:endParaRPr kumimoji="1" lang="en-US" altLang="ja-JP" sz="2000"/>
          </a:p>
          <a:p>
            <a:pPr marL="0" indent="0">
              <a:buNone/>
            </a:pPr>
            <a:r>
              <a:rPr lang="ja-JP" altLang="en-US" sz="2000"/>
              <a:t>・リアルタイム性</a:t>
            </a:r>
            <a:endParaRPr lang="en-US" altLang="ja-JP" sz="2000"/>
          </a:p>
          <a:p>
            <a:pPr marL="0" indent="0">
              <a:buNone/>
            </a:pPr>
            <a:r>
              <a:rPr kumimoji="1" lang="ja-JP" altLang="en-US" sz="2000"/>
              <a:t>・通信量削減</a:t>
            </a:r>
            <a:endParaRPr kumimoji="1" lang="en-US" altLang="ja-JP" sz="2000"/>
          </a:p>
          <a:p>
            <a:pPr marL="0" indent="0">
              <a:buNone/>
            </a:pPr>
            <a:r>
              <a:rPr lang="ja-JP" altLang="en-US" sz="2000"/>
              <a:t>弱み</a:t>
            </a:r>
            <a:endParaRPr lang="en-US" altLang="ja-JP" sz="2000"/>
          </a:p>
          <a:p>
            <a:pPr marL="0" indent="0">
              <a:buNone/>
            </a:pPr>
            <a:r>
              <a:rPr kumimoji="1" lang="ja-JP" altLang="en-US" sz="2000"/>
              <a:t>・管理が複雑</a:t>
            </a:r>
          </a:p>
        </p:txBody>
      </p:sp>
    </p:spTree>
    <p:extLst>
      <p:ext uri="{BB962C8B-B14F-4D97-AF65-F5344CB8AC3E}">
        <p14:creationId xmlns:p14="http://schemas.microsoft.com/office/powerpoint/2010/main" val="1817492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A067FB02-2A5E-AA6C-277B-CC052D417BD9}"/>
              </a:ext>
            </a:extLst>
          </p:cNvPr>
          <p:cNvSpPr txBox="1"/>
          <p:nvPr/>
        </p:nvSpPr>
        <p:spPr>
          <a:xfrm>
            <a:off x="2612571" y="1714500"/>
            <a:ext cx="1828800" cy="800100"/>
          </a:xfrm>
          <a:prstGeom prst="rect">
            <a:avLst/>
          </a:prstGeom>
          <a:noFill/>
        </p:spPr>
        <p:txBody>
          <a:bodyPr wrap="square" rtlCol="0">
            <a:spAutoFit/>
          </a:bodyPr>
          <a:lstStyle/>
          <a:p>
            <a:endParaRPr kumimoji="1" lang="ja-JP" altLang="en-US" dirty="0"/>
          </a:p>
        </p:txBody>
      </p:sp>
      <p:sp>
        <p:nvSpPr>
          <p:cNvPr id="7" name="テキスト ボックス 6">
            <a:extLst>
              <a:ext uri="{FF2B5EF4-FFF2-40B4-BE49-F238E27FC236}">
                <a16:creationId xmlns:a16="http://schemas.microsoft.com/office/drawing/2014/main" id="{24DF4BE2-4035-CE4F-8120-4A1E6A0AF4EE}"/>
              </a:ext>
            </a:extLst>
          </p:cNvPr>
          <p:cNvSpPr txBox="1"/>
          <p:nvPr/>
        </p:nvSpPr>
        <p:spPr>
          <a:xfrm>
            <a:off x="2307933" y="1568366"/>
            <a:ext cx="1387929" cy="800100"/>
          </a:xfrm>
          <a:prstGeom prst="rect">
            <a:avLst/>
          </a:prstGeom>
          <a:noFill/>
        </p:spPr>
        <p:txBody>
          <a:bodyPr wrap="square" rtlCol="0">
            <a:spAutoFit/>
          </a:bodyPr>
          <a:lstStyle/>
          <a:p>
            <a:endParaRPr kumimoji="1" lang="ja-JP" altLang="en-US" dirty="0"/>
          </a:p>
        </p:txBody>
      </p:sp>
      <p:sp>
        <p:nvSpPr>
          <p:cNvPr id="8" name="テキスト ボックス 7">
            <a:extLst>
              <a:ext uri="{FF2B5EF4-FFF2-40B4-BE49-F238E27FC236}">
                <a16:creationId xmlns:a16="http://schemas.microsoft.com/office/drawing/2014/main" id="{8A07DEDF-3249-11BA-73C3-90489C54FE09}"/>
              </a:ext>
            </a:extLst>
          </p:cNvPr>
          <p:cNvSpPr txBox="1"/>
          <p:nvPr/>
        </p:nvSpPr>
        <p:spPr>
          <a:xfrm>
            <a:off x="2411511" y="1574236"/>
            <a:ext cx="1387929" cy="461665"/>
          </a:xfrm>
          <a:prstGeom prst="rect">
            <a:avLst/>
          </a:prstGeom>
          <a:noFill/>
        </p:spPr>
        <p:txBody>
          <a:bodyPr wrap="square" rtlCol="0">
            <a:spAutoFit/>
          </a:bodyPr>
          <a:lstStyle/>
          <a:p>
            <a:r>
              <a:rPr lang="ja-JP" altLang="en-US" sz="2400" dirty="0"/>
              <a:t>フォグ</a:t>
            </a:r>
            <a:endParaRPr kumimoji="1" lang="ja-JP" altLang="en-US" sz="2400" dirty="0"/>
          </a:p>
        </p:txBody>
      </p:sp>
      <p:sp>
        <p:nvSpPr>
          <p:cNvPr id="9" name="テキスト ボックス 8">
            <a:extLst>
              <a:ext uri="{FF2B5EF4-FFF2-40B4-BE49-F238E27FC236}">
                <a16:creationId xmlns:a16="http://schemas.microsoft.com/office/drawing/2014/main" id="{3C075412-6FBA-DA86-0461-80C0CE82BE43}"/>
              </a:ext>
            </a:extLst>
          </p:cNvPr>
          <p:cNvSpPr txBox="1"/>
          <p:nvPr/>
        </p:nvSpPr>
        <p:spPr>
          <a:xfrm>
            <a:off x="7056666" y="1487073"/>
            <a:ext cx="1828800" cy="461665"/>
          </a:xfrm>
          <a:prstGeom prst="rect">
            <a:avLst/>
          </a:prstGeom>
          <a:noFill/>
        </p:spPr>
        <p:txBody>
          <a:bodyPr wrap="square" rtlCol="0">
            <a:spAutoFit/>
          </a:bodyPr>
          <a:lstStyle/>
          <a:p>
            <a:r>
              <a:rPr lang="ja-JP" altLang="en-US" sz="2400" dirty="0"/>
              <a:t>クラウド</a:t>
            </a:r>
            <a:endParaRPr kumimoji="1" lang="ja-JP" altLang="en-US" sz="2400" dirty="0"/>
          </a:p>
        </p:txBody>
      </p:sp>
      <p:sp>
        <p:nvSpPr>
          <p:cNvPr id="10" name="テキスト ボックス 9">
            <a:extLst>
              <a:ext uri="{FF2B5EF4-FFF2-40B4-BE49-F238E27FC236}">
                <a16:creationId xmlns:a16="http://schemas.microsoft.com/office/drawing/2014/main" id="{F8D4EABE-3FC2-7C71-1F5D-4123D4FE45F0}"/>
              </a:ext>
            </a:extLst>
          </p:cNvPr>
          <p:cNvSpPr txBox="1"/>
          <p:nvPr/>
        </p:nvSpPr>
        <p:spPr>
          <a:xfrm>
            <a:off x="2411511" y="2514599"/>
            <a:ext cx="1180775" cy="646331"/>
          </a:xfrm>
          <a:prstGeom prst="rect">
            <a:avLst/>
          </a:prstGeom>
          <a:noFill/>
        </p:spPr>
        <p:txBody>
          <a:bodyPr wrap="square" rtlCol="0">
            <a:spAutoFit/>
          </a:bodyPr>
          <a:lstStyle/>
          <a:p>
            <a:r>
              <a:rPr lang="ja-JP" altLang="en-US" dirty="0"/>
              <a:t>低遅延処理</a:t>
            </a:r>
            <a:endParaRPr kumimoji="1" lang="ja-JP" altLang="en-US" dirty="0"/>
          </a:p>
        </p:txBody>
      </p:sp>
      <p:sp>
        <p:nvSpPr>
          <p:cNvPr id="11" name="テキスト ボックス 10">
            <a:extLst>
              <a:ext uri="{FF2B5EF4-FFF2-40B4-BE49-F238E27FC236}">
                <a16:creationId xmlns:a16="http://schemas.microsoft.com/office/drawing/2014/main" id="{4B358445-FCBC-04E6-ACFE-693AEDD12F25}"/>
              </a:ext>
            </a:extLst>
          </p:cNvPr>
          <p:cNvSpPr txBox="1"/>
          <p:nvPr/>
        </p:nvSpPr>
        <p:spPr>
          <a:xfrm>
            <a:off x="2411511" y="3870460"/>
            <a:ext cx="1180775" cy="369332"/>
          </a:xfrm>
          <a:prstGeom prst="rect">
            <a:avLst/>
          </a:prstGeom>
          <a:noFill/>
        </p:spPr>
        <p:txBody>
          <a:bodyPr wrap="square" rtlCol="0">
            <a:spAutoFit/>
          </a:bodyPr>
          <a:lstStyle/>
          <a:p>
            <a:r>
              <a:rPr lang="ja-JP" altLang="en-US" dirty="0"/>
              <a:t>即時判断</a:t>
            </a:r>
            <a:endParaRPr kumimoji="1" lang="ja-JP" altLang="en-US" dirty="0"/>
          </a:p>
        </p:txBody>
      </p:sp>
      <p:sp>
        <p:nvSpPr>
          <p:cNvPr id="13" name="テキスト ボックス 12">
            <a:extLst>
              <a:ext uri="{FF2B5EF4-FFF2-40B4-BE49-F238E27FC236}">
                <a16:creationId xmlns:a16="http://schemas.microsoft.com/office/drawing/2014/main" id="{64C60BD7-332A-3D60-3B88-17CD42E02B92}"/>
              </a:ext>
            </a:extLst>
          </p:cNvPr>
          <p:cNvSpPr txBox="1"/>
          <p:nvPr/>
        </p:nvSpPr>
        <p:spPr>
          <a:xfrm>
            <a:off x="7160243" y="2653098"/>
            <a:ext cx="1180775" cy="646331"/>
          </a:xfrm>
          <a:prstGeom prst="rect">
            <a:avLst/>
          </a:prstGeom>
          <a:noFill/>
        </p:spPr>
        <p:txBody>
          <a:bodyPr wrap="square" rtlCol="0">
            <a:spAutoFit/>
          </a:bodyPr>
          <a:lstStyle/>
          <a:p>
            <a:r>
              <a:rPr kumimoji="1" lang="ja-JP" altLang="en-US" dirty="0"/>
              <a:t>大規模学習</a:t>
            </a:r>
          </a:p>
        </p:txBody>
      </p:sp>
      <p:sp>
        <p:nvSpPr>
          <p:cNvPr id="15" name="テキスト ボックス 14">
            <a:extLst>
              <a:ext uri="{FF2B5EF4-FFF2-40B4-BE49-F238E27FC236}">
                <a16:creationId xmlns:a16="http://schemas.microsoft.com/office/drawing/2014/main" id="{C81E2179-5196-D6AD-B19A-AD7AAED6F737}"/>
              </a:ext>
            </a:extLst>
          </p:cNvPr>
          <p:cNvSpPr txBox="1"/>
          <p:nvPr/>
        </p:nvSpPr>
        <p:spPr>
          <a:xfrm>
            <a:off x="7160242" y="3870460"/>
            <a:ext cx="1180775" cy="646331"/>
          </a:xfrm>
          <a:prstGeom prst="rect">
            <a:avLst/>
          </a:prstGeom>
          <a:noFill/>
        </p:spPr>
        <p:txBody>
          <a:bodyPr wrap="square" rtlCol="0">
            <a:spAutoFit/>
          </a:bodyPr>
          <a:lstStyle/>
          <a:p>
            <a:r>
              <a:rPr kumimoji="1" lang="ja-JP" altLang="en-US" dirty="0"/>
              <a:t>全体最適化</a:t>
            </a:r>
          </a:p>
        </p:txBody>
      </p:sp>
      <p:cxnSp>
        <p:nvCxnSpPr>
          <p:cNvPr id="17" name="直線矢印コネクタ 16">
            <a:extLst>
              <a:ext uri="{FF2B5EF4-FFF2-40B4-BE49-F238E27FC236}">
                <a16:creationId xmlns:a16="http://schemas.microsoft.com/office/drawing/2014/main" id="{7A011201-3C89-591D-9439-2AE9F11FC043}"/>
              </a:ext>
            </a:extLst>
          </p:cNvPr>
          <p:cNvCxnSpPr>
            <a:cxnSpLocks/>
          </p:cNvCxnSpPr>
          <p:nvPr/>
        </p:nvCxnSpPr>
        <p:spPr>
          <a:xfrm>
            <a:off x="4441371" y="2832711"/>
            <a:ext cx="2008415"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7571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E3BF617-B645-89F4-3FA5-E790DF804944}"/>
              </a:ext>
            </a:extLst>
          </p:cNvPr>
          <p:cNvSpPr>
            <a:spLocks noGrp="1"/>
          </p:cNvSpPr>
          <p:nvPr>
            <p:ph type="title"/>
          </p:nvPr>
        </p:nvSpPr>
        <p:spPr>
          <a:xfrm>
            <a:off x="1371599" y="294538"/>
            <a:ext cx="9895951" cy="1033669"/>
          </a:xfrm>
        </p:spPr>
        <p:txBody>
          <a:bodyPr>
            <a:normAutofit/>
          </a:bodyPr>
          <a:lstStyle/>
          <a:p>
            <a:r>
              <a:rPr kumimoji="1" lang="en-US" altLang="ja-JP" sz="4000">
                <a:solidFill>
                  <a:srgbClr val="FFFFFF"/>
                </a:solidFill>
              </a:rPr>
              <a:t>2</a:t>
            </a:r>
            <a:r>
              <a:rPr kumimoji="1" lang="ja-JP" altLang="en-US" sz="4000">
                <a:solidFill>
                  <a:srgbClr val="FFFFFF"/>
                </a:solidFill>
              </a:rPr>
              <a:t>つの論文の共通点・相違点</a:t>
            </a:r>
          </a:p>
        </p:txBody>
      </p:sp>
      <p:sp>
        <p:nvSpPr>
          <p:cNvPr id="3" name="コンテンツ プレースホルダー 2">
            <a:extLst>
              <a:ext uri="{FF2B5EF4-FFF2-40B4-BE49-F238E27FC236}">
                <a16:creationId xmlns:a16="http://schemas.microsoft.com/office/drawing/2014/main" id="{07FF2355-1540-96C7-E989-3111CEF93A6B}"/>
              </a:ext>
            </a:extLst>
          </p:cNvPr>
          <p:cNvSpPr>
            <a:spLocks noGrp="1"/>
          </p:cNvSpPr>
          <p:nvPr>
            <p:ph idx="1"/>
          </p:nvPr>
        </p:nvSpPr>
        <p:spPr>
          <a:xfrm>
            <a:off x="1371599" y="2318197"/>
            <a:ext cx="9724031" cy="3683358"/>
          </a:xfrm>
        </p:spPr>
        <p:txBody>
          <a:bodyPr anchor="ctr">
            <a:normAutofit/>
          </a:bodyPr>
          <a:lstStyle/>
          <a:p>
            <a:pPr marL="0" indent="0">
              <a:buNone/>
            </a:pPr>
            <a:r>
              <a:rPr kumimoji="1" lang="ja-JP" altLang="en-US" sz="2000"/>
              <a:t>共通点</a:t>
            </a:r>
            <a:endParaRPr kumimoji="1" lang="en-US" altLang="ja-JP" sz="2000"/>
          </a:p>
          <a:p>
            <a:pPr marL="0" indent="0">
              <a:buNone/>
            </a:pPr>
            <a:r>
              <a:rPr lang="ja-JP" altLang="en-US" sz="2000"/>
              <a:t>・仮想化</a:t>
            </a:r>
            <a:endParaRPr lang="en-US" altLang="ja-JP" sz="2000"/>
          </a:p>
          <a:p>
            <a:pPr marL="0" indent="0">
              <a:buNone/>
            </a:pPr>
            <a:r>
              <a:rPr kumimoji="1" lang="ja-JP" altLang="en-US" sz="2000"/>
              <a:t>・ネットワークの前提</a:t>
            </a:r>
            <a:endParaRPr kumimoji="1" lang="en-US" altLang="ja-JP" sz="2000"/>
          </a:p>
          <a:p>
            <a:pPr marL="0" indent="0">
              <a:buNone/>
            </a:pPr>
            <a:r>
              <a:rPr lang="ja-JP" altLang="en-US" sz="2000"/>
              <a:t>相違点</a:t>
            </a:r>
            <a:endParaRPr lang="en-US" altLang="ja-JP" sz="2000"/>
          </a:p>
          <a:p>
            <a:pPr marL="0" indent="0">
              <a:buNone/>
            </a:pPr>
            <a:r>
              <a:rPr kumimoji="1" lang="ja-JP" altLang="en-US" sz="2000"/>
              <a:t>・処理をする場所</a:t>
            </a:r>
            <a:endParaRPr kumimoji="1" lang="en-US" altLang="ja-JP" sz="2000"/>
          </a:p>
          <a:p>
            <a:pPr marL="0" indent="0">
              <a:buNone/>
            </a:pPr>
            <a:r>
              <a:rPr lang="ja-JP" altLang="en-US" sz="2000"/>
              <a:t>・リアルタイム性、遅延の重視度</a:t>
            </a:r>
            <a:endParaRPr kumimoji="1" lang="en-US" altLang="ja-JP" sz="2000"/>
          </a:p>
        </p:txBody>
      </p:sp>
    </p:spTree>
    <p:extLst>
      <p:ext uri="{BB962C8B-B14F-4D97-AF65-F5344CB8AC3E}">
        <p14:creationId xmlns:p14="http://schemas.microsoft.com/office/powerpoint/2010/main" val="287256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C4C0930B-DC4D-1FAB-922F-3E559700D0D6}"/>
              </a:ext>
            </a:extLst>
          </p:cNvPr>
          <p:cNvSpPr>
            <a:spLocks noGrp="1"/>
          </p:cNvSpPr>
          <p:nvPr>
            <p:ph type="title"/>
          </p:nvPr>
        </p:nvSpPr>
        <p:spPr>
          <a:xfrm>
            <a:off x="1371597" y="348865"/>
            <a:ext cx="10044023" cy="877729"/>
          </a:xfrm>
        </p:spPr>
        <p:txBody>
          <a:bodyPr anchor="ctr">
            <a:normAutofit/>
          </a:bodyPr>
          <a:lstStyle/>
          <a:p>
            <a:r>
              <a:rPr kumimoji="1" lang="ja-JP" altLang="en-US" sz="4000">
                <a:solidFill>
                  <a:srgbClr val="FFFFFF"/>
                </a:solidFill>
              </a:rPr>
              <a:t>卒研に向けて</a:t>
            </a:r>
          </a:p>
        </p:txBody>
      </p:sp>
      <p:graphicFrame>
        <p:nvGraphicFramePr>
          <p:cNvPr id="5" name="コンテンツ プレースホルダー 2">
            <a:extLst>
              <a:ext uri="{FF2B5EF4-FFF2-40B4-BE49-F238E27FC236}">
                <a16:creationId xmlns:a16="http://schemas.microsoft.com/office/drawing/2014/main" id="{D6F8C1E8-EA56-8115-0CA6-7D890637BD57}"/>
              </a:ext>
            </a:extLst>
          </p:cNvPr>
          <p:cNvGraphicFramePr>
            <a:graphicFrameLocks noGrp="1"/>
          </p:cNvGraphicFramePr>
          <p:nvPr>
            <p:ph idx="1"/>
            <p:extLst>
              <p:ext uri="{D42A27DB-BD31-4B8C-83A1-F6EECF244321}">
                <p14:modId xmlns:p14="http://schemas.microsoft.com/office/powerpoint/2010/main" val="41289364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4810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2F5D3A33-3184-270A-DA30-4048D68BAF46}"/>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kumimoji="1" lang="ja-JP" altLang="en-US" sz="4800" kern="1200">
                <a:solidFill>
                  <a:srgbClr val="FFFFFF"/>
                </a:solidFill>
                <a:latin typeface="+mj-lt"/>
                <a:ea typeface="+mj-ea"/>
                <a:cs typeface="+mj-cs"/>
              </a:rPr>
              <a:t>ご清聴ありがとうございました</a:t>
            </a:r>
          </a:p>
        </p:txBody>
      </p:sp>
    </p:spTree>
    <p:extLst>
      <p:ext uri="{BB962C8B-B14F-4D97-AF65-F5344CB8AC3E}">
        <p14:creationId xmlns:p14="http://schemas.microsoft.com/office/powerpoint/2010/main" val="3792652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64</TotalTime>
  <Words>261</Words>
  <Application>Microsoft Office PowerPoint</Application>
  <PresentationFormat>ワイド画面</PresentationFormat>
  <Paragraphs>55</Paragraphs>
  <Slides>12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12</vt:i4>
      </vt:variant>
    </vt:vector>
  </HeadingPairs>
  <TitlesOfParts>
    <vt:vector size="16" baseType="lpstr">
      <vt:lpstr>游ゴシック</vt:lpstr>
      <vt:lpstr>游ゴシック Light</vt:lpstr>
      <vt:lpstr>Arial</vt:lpstr>
      <vt:lpstr>Office テーマ</vt:lpstr>
      <vt:lpstr>宮澤研究室　冬休み課題</vt:lpstr>
      <vt:lpstr>研究背景</vt:lpstr>
      <vt:lpstr>The NIST Definition of Cloud Computingを読む価値</vt:lpstr>
      <vt:lpstr>著者の主張</vt:lpstr>
      <vt:lpstr>どこが強い / どこが弱いか</vt:lpstr>
      <vt:lpstr>Fog Computingを読む価値</vt:lpstr>
      <vt:lpstr>著者の主張</vt:lpstr>
      <vt:lpstr>フォグの強み / 弱み</vt:lpstr>
      <vt:lpstr>PowerPoint プレゼンテーション</vt:lpstr>
      <vt:lpstr>2つの論文の共通点・相違点</vt:lpstr>
      <vt:lpstr>卒研に向けて</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23ts030</dc:creator>
  <cp:lastModifiedBy>23ts030</cp:lastModifiedBy>
  <cp:revision>3</cp:revision>
  <dcterms:created xsi:type="dcterms:W3CDTF">2026-01-04T20:31:50Z</dcterms:created>
  <dcterms:modified xsi:type="dcterms:W3CDTF">2026-01-04T21:35:55Z</dcterms:modified>
</cp:coreProperties>
</file>