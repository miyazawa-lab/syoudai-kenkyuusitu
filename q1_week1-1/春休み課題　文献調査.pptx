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56" d="100"/>
          <a:sy n="56" d="100"/>
        </p:scale>
        <p:origin x="84" y="9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28B6B1-E3B7-48EB-847C-932DE22C984E}"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30CBC1FE-0055-4A6E-8748-9689CF4A9C79}">
      <dgm:prSet/>
      <dgm:spPr/>
      <dgm:t>
        <a:bodyPr/>
        <a:lstStyle/>
        <a:p>
          <a:r>
            <a:rPr kumimoji="1" lang="ja-JP"/>
            <a:t>クラウドコンピューティングについて</a:t>
          </a:r>
          <a:endParaRPr lang="en-US"/>
        </a:p>
      </dgm:t>
    </dgm:pt>
    <dgm:pt modelId="{567327C1-BD7A-46D3-9218-A92ABEE7B20B}" type="parTrans" cxnId="{2855BF1C-71E5-49D4-B6FE-6D96CD2316BD}">
      <dgm:prSet/>
      <dgm:spPr/>
      <dgm:t>
        <a:bodyPr/>
        <a:lstStyle/>
        <a:p>
          <a:endParaRPr lang="en-US"/>
        </a:p>
      </dgm:t>
    </dgm:pt>
    <dgm:pt modelId="{5A7D73F8-1C81-4DCF-9F84-9AA25FF7B60E}" type="sibTrans" cxnId="{2855BF1C-71E5-49D4-B6FE-6D96CD2316BD}">
      <dgm:prSet/>
      <dgm:spPr/>
      <dgm:t>
        <a:bodyPr/>
        <a:lstStyle/>
        <a:p>
          <a:endParaRPr lang="en-US"/>
        </a:p>
      </dgm:t>
    </dgm:pt>
    <dgm:pt modelId="{5AACBAED-1266-49CA-9533-03DF822CFE2C}">
      <dgm:prSet/>
      <dgm:spPr/>
      <dgm:t>
        <a:bodyPr/>
        <a:lstStyle/>
        <a:p>
          <a:r>
            <a:rPr kumimoji="1" lang="en-US"/>
            <a:t>Saas</a:t>
          </a:r>
          <a:endParaRPr lang="en-US"/>
        </a:p>
      </dgm:t>
    </dgm:pt>
    <dgm:pt modelId="{A3F4B4AC-6629-4E20-91E6-8347E859F6A7}" type="parTrans" cxnId="{5DCFC1D0-AD41-4046-A7A6-5A4FDBBBE07E}">
      <dgm:prSet/>
      <dgm:spPr/>
      <dgm:t>
        <a:bodyPr/>
        <a:lstStyle/>
        <a:p>
          <a:endParaRPr lang="en-US"/>
        </a:p>
      </dgm:t>
    </dgm:pt>
    <dgm:pt modelId="{596A8560-C377-423B-9594-0BBB56A5A8E7}" type="sibTrans" cxnId="{5DCFC1D0-AD41-4046-A7A6-5A4FDBBBE07E}">
      <dgm:prSet/>
      <dgm:spPr/>
      <dgm:t>
        <a:bodyPr/>
        <a:lstStyle/>
        <a:p>
          <a:endParaRPr lang="en-US"/>
        </a:p>
      </dgm:t>
    </dgm:pt>
    <dgm:pt modelId="{8A741B8D-6458-4FEF-A960-99D071B97C59}">
      <dgm:prSet/>
      <dgm:spPr/>
      <dgm:t>
        <a:bodyPr/>
        <a:lstStyle/>
        <a:p>
          <a:r>
            <a:rPr lang="ja-JP"/>
            <a:t>クラウドとはインターネット経由で</a:t>
          </a:r>
          <a:r>
            <a:rPr lang="en-US"/>
            <a:t>IT</a:t>
          </a:r>
          <a:r>
            <a:rPr lang="ja-JP"/>
            <a:t>資源を必要な分だけ使う仕組み</a:t>
          </a:r>
          <a:endParaRPr lang="en-US"/>
        </a:p>
      </dgm:t>
    </dgm:pt>
    <dgm:pt modelId="{709E8D22-DBBB-4665-BCDC-49FE419C21C3}" type="parTrans" cxnId="{0EE32BB2-25C5-483B-AEB0-65FAE48F8114}">
      <dgm:prSet/>
      <dgm:spPr/>
      <dgm:t>
        <a:bodyPr/>
        <a:lstStyle/>
        <a:p>
          <a:endParaRPr lang="en-US"/>
        </a:p>
      </dgm:t>
    </dgm:pt>
    <dgm:pt modelId="{D49D1BE4-D2B7-4736-834F-7AA0DE4DDECE}" type="sibTrans" cxnId="{0EE32BB2-25C5-483B-AEB0-65FAE48F8114}">
      <dgm:prSet/>
      <dgm:spPr/>
      <dgm:t>
        <a:bodyPr/>
        <a:lstStyle/>
        <a:p>
          <a:endParaRPr lang="en-US"/>
        </a:p>
      </dgm:t>
    </dgm:pt>
    <dgm:pt modelId="{329FF7D5-6B56-46BB-B584-262A15766A81}" type="pres">
      <dgm:prSet presAssocID="{E428B6B1-E3B7-48EB-847C-932DE22C984E}" presName="diagram" presStyleCnt="0">
        <dgm:presLayoutVars>
          <dgm:chPref val="1"/>
          <dgm:dir/>
          <dgm:animOne val="branch"/>
          <dgm:animLvl val="lvl"/>
          <dgm:resizeHandles/>
        </dgm:presLayoutVars>
      </dgm:prSet>
      <dgm:spPr/>
    </dgm:pt>
    <dgm:pt modelId="{6665FE99-6619-4717-921B-C623B70E5D41}" type="pres">
      <dgm:prSet presAssocID="{30CBC1FE-0055-4A6E-8748-9689CF4A9C79}" presName="root" presStyleCnt="0"/>
      <dgm:spPr/>
    </dgm:pt>
    <dgm:pt modelId="{8D29337C-CBEA-4247-9689-41B6895B4550}" type="pres">
      <dgm:prSet presAssocID="{30CBC1FE-0055-4A6E-8748-9689CF4A9C79}" presName="rootComposite" presStyleCnt="0"/>
      <dgm:spPr/>
    </dgm:pt>
    <dgm:pt modelId="{3DE69979-81C2-40BF-B18C-C92F59C32252}" type="pres">
      <dgm:prSet presAssocID="{30CBC1FE-0055-4A6E-8748-9689CF4A9C79}" presName="rootText" presStyleLbl="node1" presStyleIdx="0" presStyleCnt="3"/>
      <dgm:spPr/>
    </dgm:pt>
    <dgm:pt modelId="{11431140-3481-4990-B0D2-0A5A6C1D517A}" type="pres">
      <dgm:prSet presAssocID="{30CBC1FE-0055-4A6E-8748-9689CF4A9C79}" presName="rootConnector" presStyleLbl="node1" presStyleIdx="0" presStyleCnt="3"/>
      <dgm:spPr/>
    </dgm:pt>
    <dgm:pt modelId="{9094C09C-A8FD-4A69-B60E-DA31D1D405DB}" type="pres">
      <dgm:prSet presAssocID="{30CBC1FE-0055-4A6E-8748-9689CF4A9C79}" presName="childShape" presStyleCnt="0"/>
      <dgm:spPr/>
    </dgm:pt>
    <dgm:pt modelId="{43409CD7-0E0C-42DA-93B3-DF9D517555A6}" type="pres">
      <dgm:prSet presAssocID="{5AACBAED-1266-49CA-9533-03DF822CFE2C}" presName="root" presStyleCnt="0"/>
      <dgm:spPr/>
    </dgm:pt>
    <dgm:pt modelId="{EB50BAF0-2D94-4A70-A703-E11CEB588D94}" type="pres">
      <dgm:prSet presAssocID="{5AACBAED-1266-49CA-9533-03DF822CFE2C}" presName="rootComposite" presStyleCnt="0"/>
      <dgm:spPr/>
    </dgm:pt>
    <dgm:pt modelId="{05414EC2-957F-4FF1-9CBC-96142E09A453}" type="pres">
      <dgm:prSet presAssocID="{5AACBAED-1266-49CA-9533-03DF822CFE2C}" presName="rootText" presStyleLbl="node1" presStyleIdx="1" presStyleCnt="3"/>
      <dgm:spPr/>
    </dgm:pt>
    <dgm:pt modelId="{0820DD69-A5BF-4302-8410-14E0C60559B0}" type="pres">
      <dgm:prSet presAssocID="{5AACBAED-1266-49CA-9533-03DF822CFE2C}" presName="rootConnector" presStyleLbl="node1" presStyleIdx="1" presStyleCnt="3"/>
      <dgm:spPr/>
    </dgm:pt>
    <dgm:pt modelId="{55FFB2B5-978E-46F0-BD71-0A060DF94483}" type="pres">
      <dgm:prSet presAssocID="{5AACBAED-1266-49CA-9533-03DF822CFE2C}" presName="childShape" presStyleCnt="0"/>
      <dgm:spPr/>
    </dgm:pt>
    <dgm:pt modelId="{F550C234-FBD9-4B85-8DD1-714DEE1F8BE4}" type="pres">
      <dgm:prSet presAssocID="{8A741B8D-6458-4FEF-A960-99D071B97C59}" presName="root" presStyleCnt="0"/>
      <dgm:spPr/>
    </dgm:pt>
    <dgm:pt modelId="{1C600C80-0978-412E-9191-F990CE82451F}" type="pres">
      <dgm:prSet presAssocID="{8A741B8D-6458-4FEF-A960-99D071B97C59}" presName="rootComposite" presStyleCnt="0"/>
      <dgm:spPr/>
    </dgm:pt>
    <dgm:pt modelId="{2C9DD9D3-F20E-4D23-8BE7-851002A89F7C}" type="pres">
      <dgm:prSet presAssocID="{8A741B8D-6458-4FEF-A960-99D071B97C59}" presName="rootText" presStyleLbl="node1" presStyleIdx="2" presStyleCnt="3"/>
      <dgm:spPr/>
    </dgm:pt>
    <dgm:pt modelId="{A52607D8-FC3D-44F4-88EB-1841B02D0F1E}" type="pres">
      <dgm:prSet presAssocID="{8A741B8D-6458-4FEF-A960-99D071B97C59}" presName="rootConnector" presStyleLbl="node1" presStyleIdx="2" presStyleCnt="3"/>
      <dgm:spPr/>
    </dgm:pt>
    <dgm:pt modelId="{D7C2A4B0-2AF4-4743-B236-6A33DCE7036E}" type="pres">
      <dgm:prSet presAssocID="{8A741B8D-6458-4FEF-A960-99D071B97C59}" presName="childShape" presStyleCnt="0"/>
      <dgm:spPr/>
    </dgm:pt>
  </dgm:ptLst>
  <dgm:cxnLst>
    <dgm:cxn modelId="{0122F106-3B88-4D12-8696-D9CE611F83FE}" type="presOf" srcId="{30CBC1FE-0055-4A6E-8748-9689CF4A9C79}" destId="{3DE69979-81C2-40BF-B18C-C92F59C32252}" srcOrd="0" destOrd="0" presId="urn:microsoft.com/office/officeart/2005/8/layout/hierarchy3"/>
    <dgm:cxn modelId="{2855BF1C-71E5-49D4-B6FE-6D96CD2316BD}" srcId="{E428B6B1-E3B7-48EB-847C-932DE22C984E}" destId="{30CBC1FE-0055-4A6E-8748-9689CF4A9C79}" srcOrd="0" destOrd="0" parTransId="{567327C1-BD7A-46D3-9218-A92ABEE7B20B}" sibTransId="{5A7D73F8-1C81-4DCF-9F84-9AA25FF7B60E}"/>
    <dgm:cxn modelId="{6D069638-B85B-431E-84B9-78F68C78E6CD}" type="presOf" srcId="{8A741B8D-6458-4FEF-A960-99D071B97C59}" destId="{2C9DD9D3-F20E-4D23-8BE7-851002A89F7C}" srcOrd="0" destOrd="0" presId="urn:microsoft.com/office/officeart/2005/8/layout/hierarchy3"/>
    <dgm:cxn modelId="{8B2A2539-BF9D-44FA-A77C-FF1268FE12AF}" type="presOf" srcId="{8A741B8D-6458-4FEF-A960-99D071B97C59}" destId="{A52607D8-FC3D-44F4-88EB-1841B02D0F1E}" srcOrd="1" destOrd="0" presId="urn:microsoft.com/office/officeart/2005/8/layout/hierarchy3"/>
    <dgm:cxn modelId="{9AD03D73-A7C8-4FA0-BBD8-CBF586A2376A}" type="presOf" srcId="{5AACBAED-1266-49CA-9533-03DF822CFE2C}" destId="{05414EC2-957F-4FF1-9CBC-96142E09A453}" srcOrd="0" destOrd="0" presId="urn:microsoft.com/office/officeart/2005/8/layout/hierarchy3"/>
    <dgm:cxn modelId="{0EE32BB2-25C5-483B-AEB0-65FAE48F8114}" srcId="{E428B6B1-E3B7-48EB-847C-932DE22C984E}" destId="{8A741B8D-6458-4FEF-A960-99D071B97C59}" srcOrd="2" destOrd="0" parTransId="{709E8D22-DBBB-4665-BCDC-49FE419C21C3}" sibTransId="{D49D1BE4-D2B7-4736-834F-7AA0DE4DDECE}"/>
    <dgm:cxn modelId="{F501ABC2-A81E-4DD9-8B21-5BA5C0911A2B}" type="presOf" srcId="{5AACBAED-1266-49CA-9533-03DF822CFE2C}" destId="{0820DD69-A5BF-4302-8410-14E0C60559B0}" srcOrd="1" destOrd="0" presId="urn:microsoft.com/office/officeart/2005/8/layout/hierarchy3"/>
    <dgm:cxn modelId="{061B6AC7-CC58-4741-952E-36DDB2E8AC92}" type="presOf" srcId="{30CBC1FE-0055-4A6E-8748-9689CF4A9C79}" destId="{11431140-3481-4990-B0D2-0A5A6C1D517A}" srcOrd="1" destOrd="0" presId="urn:microsoft.com/office/officeart/2005/8/layout/hierarchy3"/>
    <dgm:cxn modelId="{5DCFC1D0-AD41-4046-A7A6-5A4FDBBBE07E}" srcId="{E428B6B1-E3B7-48EB-847C-932DE22C984E}" destId="{5AACBAED-1266-49CA-9533-03DF822CFE2C}" srcOrd="1" destOrd="0" parTransId="{A3F4B4AC-6629-4E20-91E6-8347E859F6A7}" sibTransId="{596A8560-C377-423B-9594-0BBB56A5A8E7}"/>
    <dgm:cxn modelId="{3D0B4CDA-C56F-4407-AC61-0794364EA973}" type="presOf" srcId="{E428B6B1-E3B7-48EB-847C-932DE22C984E}" destId="{329FF7D5-6B56-46BB-B584-262A15766A81}" srcOrd="0" destOrd="0" presId="urn:microsoft.com/office/officeart/2005/8/layout/hierarchy3"/>
    <dgm:cxn modelId="{013FA938-8357-4446-A617-9542E5148DB7}" type="presParOf" srcId="{329FF7D5-6B56-46BB-B584-262A15766A81}" destId="{6665FE99-6619-4717-921B-C623B70E5D41}" srcOrd="0" destOrd="0" presId="urn:microsoft.com/office/officeart/2005/8/layout/hierarchy3"/>
    <dgm:cxn modelId="{721A324D-9E94-4527-BC11-57E284696A68}" type="presParOf" srcId="{6665FE99-6619-4717-921B-C623B70E5D41}" destId="{8D29337C-CBEA-4247-9689-41B6895B4550}" srcOrd="0" destOrd="0" presId="urn:microsoft.com/office/officeart/2005/8/layout/hierarchy3"/>
    <dgm:cxn modelId="{2D6FE665-2A8D-4437-8877-BD67889AC26B}" type="presParOf" srcId="{8D29337C-CBEA-4247-9689-41B6895B4550}" destId="{3DE69979-81C2-40BF-B18C-C92F59C32252}" srcOrd="0" destOrd="0" presId="urn:microsoft.com/office/officeart/2005/8/layout/hierarchy3"/>
    <dgm:cxn modelId="{F30C2534-F237-4177-A60C-B7C151020E8C}" type="presParOf" srcId="{8D29337C-CBEA-4247-9689-41B6895B4550}" destId="{11431140-3481-4990-B0D2-0A5A6C1D517A}" srcOrd="1" destOrd="0" presId="urn:microsoft.com/office/officeart/2005/8/layout/hierarchy3"/>
    <dgm:cxn modelId="{681E21CB-80F9-4535-B5B1-8E2CB11E93E2}" type="presParOf" srcId="{6665FE99-6619-4717-921B-C623B70E5D41}" destId="{9094C09C-A8FD-4A69-B60E-DA31D1D405DB}" srcOrd="1" destOrd="0" presId="urn:microsoft.com/office/officeart/2005/8/layout/hierarchy3"/>
    <dgm:cxn modelId="{2F4A1FBD-9041-4F85-99B0-FD586DD5CF45}" type="presParOf" srcId="{329FF7D5-6B56-46BB-B584-262A15766A81}" destId="{43409CD7-0E0C-42DA-93B3-DF9D517555A6}" srcOrd="1" destOrd="0" presId="urn:microsoft.com/office/officeart/2005/8/layout/hierarchy3"/>
    <dgm:cxn modelId="{740C26A3-C9D6-4058-B113-5E0EFCBB44D0}" type="presParOf" srcId="{43409CD7-0E0C-42DA-93B3-DF9D517555A6}" destId="{EB50BAF0-2D94-4A70-A703-E11CEB588D94}" srcOrd="0" destOrd="0" presId="urn:microsoft.com/office/officeart/2005/8/layout/hierarchy3"/>
    <dgm:cxn modelId="{5BA43221-3E06-4417-A719-A3A2C3E84B0E}" type="presParOf" srcId="{EB50BAF0-2D94-4A70-A703-E11CEB588D94}" destId="{05414EC2-957F-4FF1-9CBC-96142E09A453}" srcOrd="0" destOrd="0" presId="urn:microsoft.com/office/officeart/2005/8/layout/hierarchy3"/>
    <dgm:cxn modelId="{C9CD1A52-7580-4532-83AE-3C14737274BA}" type="presParOf" srcId="{EB50BAF0-2D94-4A70-A703-E11CEB588D94}" destId="{0820DD69-A5BF-4302-8410-14E0C60559B0}" srcOrd="1" destOrd="0" presId="urn:microsoft.com/office/officeart/2005/8/layout/hierarchy3"/>
    <dgm:cxn modelId="{6B84F212-91C9-4897-A0E1-870C6AD58A04}" type="presParOf" srcId="{43409CD7-0E0C-42DA-93B3-DF9D517555A6}" destId="{55FFB2B5-978E-46F0-BD71-0A060DF94483}" srcOrd="1" destOrd="0" presId="urn:microsoft.com/office/officeart/2005/8/layout/hierarchy3"/>
    <dgm:cxn modelId="{A2A73F8A-EA18-4EB3-8230-B92E0F511BCB}" type="presParOf" srcId="{329FF7D5-6B56-46BB-B584-262A15766A81}" destId="{F550C234-FBD9-4B85-8DD1-714DEE1F8BE4}" srcOrd="2" destOrd="0" presId="urn:microsoft.com/office/officeart/2005/8/layout/hierarchy3"/>
    <dgm:cxn modelId="{581DBB5F-CCCD-488D-BACB-613FBC285A0F}" type="presParOf" srcId="{F550C234-FBD9-4B85-8DD1-714DEE1F8BE4}" destId="{1C600C80-0978-412E-9191-F990CE82451F}" srcOrd="0" destOrd="0" presId="urn:microsoft.com/office/officeart/2005/8/layout/hierarchy3"/>
    <dgm:cxn modelId="{47CD5AED-1428-4866-9AD2-C3C2BB4757B8}" type="presParOf" srcId="{1C600C80-0978-412E-9191-F990CE82451F}" destId="{2C9DD9D3-F20E-4D23-8BE7-851002A89F7C}" srcOrd="0" destOrd="0" presId="urn:microsoft.com/office/officeart/2005/8/layout/hierarchy3"/>
    <dgm:cxn modelId="{04F9A1A9-F8FA-46CF-A32E-E3807F6E3276}" type="presParOf" srcId="{1C600C80-0978-412E-9191-F990CE82451F}" destId="{A52607D8-FC3D-44F4-88EB-1841B02D0F1E}" srcOrd="1" destOrd="0" presId="urn:microsoft.com/office/officeart/2005/8/layout/hierarchy3"/>
    <dgm:cxn modelId="{EA44A690-1225-44E5-8BB0-82B5BEC0AADC}" type="presParOf" srcId="{F550C234-FBD9-4B85-8DD1-714DEE1F8BE4}" destId="{D7C2A4B0-2AF4-4743-B236-6A33DCE7036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9E7B4A-BA9A-49D4-9FED-DDF035867A25}" type="doc">
      <dgm:prSet loTypeId="urn:microsoft.com/office/officeart/2018/5/layout/IconLeaf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41C7BA25-7BD8-4534-BC91-B290B1D85434}">
      <dgm:prSet/>
      <dgm:spPr/>
      <dgm:t>
        <a:bodyPr/>
        <a:lstStyle/>
        <a:p>
          <a:pPr>
            <a:defRPr cap="all"/>
          </a:pPr>
          <a:r>
            <a:rPr lang="ja-JP" dirty="0"/>
            <a:t>クラウドについて深く分かり本質</a:t>
          </a:r>
          <a:r>
            <a:rPr lang="en-US" dirty="0"/>
            <a:t>(</a:t>
          </a:r>
          <a:r>
            <a:rPr lang="ja-JP" dirty="0"/>
            <a:t>クラウドの誕生や従来と何が違うか</a:t>
          </a:r>
          <a:r>
            <a:rPr lang="en-US" dirty="0"/>
            <a:t>)</a:t>
          </a:r>
          <a:r>
            <a:rPr lang="ja-JP" dirty="0"/>
            <a:t>が分かる</a:t>
          </a:r>
          <a:endParaRPr lang="en-US" dirty="0"/>
        </a:p>
      </dgm:t>
    </dgm:pt>
    <dgm:pt modelId="{A8CAFC9C-A281-4705-887E-5DC6A06AD688}" type="parTrans" cxnId="{75FA492D-C1F0-4169-880C-D03EBC209344}">
      <dgm:prSet/>
      <dgm:spPr/>
      <dgm:t>
        <a:bodyPr/>
        <a:lstStyle/>
        <a:p>
          <a:endParaRPr lang="en-US"/>
        </a:p>
      </dgm:t>
    </dgm:pt>
    <dgm:pt modelId="{248211CB-5B66-4A13-979A-9020C7DF2279}" type="sibTrans" cxnId="{75FA492D-C1F0-4169-880C-D03EBC209344}">
      <dgm:prSet/>
      <dgm:spPr/>
      <dgm:t>
        <a:bodyPr/>
        <a:lstStyle/>
        <a:p>
          <a:endParaRPr lang="en-US"/>
        </a:p>
      </dgm:t>
    </dgm:pt>
    <dgm:pt modelId="{9053AF64-23C9-4FCC-AD27-9078CFAD8929}">
      <dgm:prSet/>
      <dgm:spPr/>
      <dgm:t>
        <a:bodyPr/>
        <a:lstStyle/>
        <a:p>
          <a:pPr>
            <a:defRPr cap="all"/>
          </a:pPr>
          <a:r>
            <a:rPr lang="ja-JP" dirty="0"/>
            <a:t>障害リスク、セキュリティ問題も分かる</a:t>
          </a:r>
          <a:endParaRPr lang="en-US" dirty="0"/>
        </a:p>
      </dgm:t>
    </dgm:pt>
    <dgm:pt modelId="{F7C37367-E507-4DE9-BF05-3A0BC20BB9F4}" type="parTrans" cxnId="{78086F92-4A53-4FAE-9D2F-39CB4797F68D}">
      <dgm:prSet/>
      <dgm:spPr/>
      <dgm:t>
        <a:bodyPr/>
        <a:lstStyle/>
        <a:p>
          <a:endParaRPr lang="en-US"/>
        </a:p>
      </dgm:t>
    </dgm:pt>
    <dgm:pt modelId="{82DAD58C-46F9-4040-A2CE-3628504452EE}" type="sibTrans" cxnId="{78086F92-4A53-4FAE-9D2F-39CB4797F68D}">
      <dgm:prSet/>
      <dgm:spPr/>
      <dgm:t>
        <a:bodyPr/>
        <a:lstStyle/>
        <a:p>
          <a:endParaRPr lang="en-US"/>
        </a:p>
      </dgm:t>
    </dgm:pt>
    <dgm:pt modelId="{12D6AA11-6994-4D37-BD64-8D70B3D1A813}" type="pres">
      <dgm:prSet presAssocID="{F59E7B4A-BA9A-49D4-9FED-DDF035867A25}" presName="root" presStyleCnt="0">
        <dgm:presLayoutVars>
          <dgm:dir/>
          <dgm:resizeHandles val="exact"/>
        </dgm:presLayoutVars>
      </dgm:prSet>
      <dgm:spPr/>
    </dgm:pt>
    <dgm:pt modelId="{7BA4C681-E5AF-47AE-A488-BD4C491DD70F}" type="pres">
      <dgm:prSet presAssocID="{41C7BA25-7BD8-4534-BC91-B290B1D85434}" presName="compNode" presStyleCnt="0"/>
      <dgm:spPr/>
    </dgm:pt>
    <dgm:pt modelId="{46FC73A8-8EBD-4369-B300-D9655A535DB2}" type="pres">
      <dgm:prSet presAssocID="{41C7BA25-7BD8-4534-BC91-B290B1D85434}" presName="iconBgRect" presStyleLbl="bgShp" presStyleIdx="0" presStyleCnt="2"/>
      <dgm:spPr>
        <a:prstGeom prst="round2DiagRect">
          <a:avLst>
            <a:gd name="adj1" fmla="val 29727"/>
            <a:gd name="adj2" fmla="val 0"/>
          </a:avLst>
        </a:prstGeom>
      </dgm:spPr>
    </dgm:pt>
    <dgm:pt modelId="{3EDDC01C-E4FC-4B6D-A735-4B27E9DF6131}" type="pres">
      <dgm:prSet presAssocID="{41C7BA25-7BD8-4534-BC91-B290B1D8543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F6203E49-8059-45D5-9FC1-D0202A9C5F60}" type="pres">
      <dgm:prSet presAssocID="{41C7BA25-7BD8-4534-BC91-B290B1D85434}" presName="spaceRect" presStyleCnt="0"/>
      <dgm:spPr/>
    </dgm:pt>
    <dgm:pt modelId="{B087B5F7-19EA-4C92-A476-3E9C1BD2E712}" type="pres">
      <dgm:prSet presAssocID="{41C7BA25-7BD8-4534-BC91-B290B1D85434}" presName="textRect" presStyleLbl="revTx" presStyleIdx="0" presStyleCnt="2">
        <dgm:presLayoutVars>
          <dgm:chMax val="1"/>
          <dgm:chPref val="1"/>
        </dgm:presLayoutVars>
      </dgm:prSet>
      <dgm:spPr/>
    </dgm:pt>
    <dgm:pt modelId="{AFA2B04F-EA81-4274-9CF7-F5B95B1E02D2}" type="pres">
      <dgm:prSet presAssocID="{248211CB-5B66-4A13-979A-9020C7DF2279}" presName="sibTrans" presStyleCnt="0"/>
      <dgm:spPr/>
    </dgm:pt>
    <dgm:pt modelId="{7BCD01B0-AB92-418F-AB3A-EFFA251B34B5}" type="pres">
      <dgm:prSet presAssocID="{9053AF64-23C9-4FCC-AD27-9078CFAD8929}" presName="compNode" presStyleCnt="0"/>
      <dgm:spPr/>
    </dgm:pt>
    <dgm:pt modelId="{E437A443-4CC7-49A1-A63F-6FE0CCBE7D0B}" type="pres">
      <dgm:prSet presAssocID="{9053AF64-23C9-4FCC-AD27-9078CFAD8929}" presName="iconBgRect" presStyleLbl="bgShp" presStyleIdx="1" presStyleCnt="2"/>
      <dgm:spPr>
        <a:prstGeom prst="round2DiagRect">
          <a:avLst>
            <a:gd name="adj1" fmla="val 29727"/>
            <a:gd name="adj2" fmla="val 0"/>
          </a:avLst>
        </a:prstGeom>
      </dgm:spPr>
    </dgm:pt>
    <dgm:pt modelId="{60045A44-BA96-4881-BDB0-91B680DCE887}" type="pres">
      <dgm:prSet presAssocID="{9053AF64-23C9-4FCC-AD27-9078CFAD892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ロック解除"/>
        </a:ext>
      </dgm:extLst>
    </dgm:pt>
    <dgm:pt modelId="{3B87EC26-EA08-49D3-A41A-C8C6352BCD70}" type="pres">
      <dgm:prSet presAssocID="{9053AF64-23C9-4FCC-AD27-9078CFAD8929}" presName="spaceRect" presStyleCnt="0"/>
      <dgm:spPr/>
    </dgm:pt>
    <dgm:pt modelId="{D84BE2DE-A11F-40F1-A943-DCBDDF5776C5}" type="pres">
      <dgm:prSet presAssocID="{9053AF64-23C9-4FCC-AD27-9078CFAD8929}" presName="textRect" presStyleLbl="revTx" presStyleIdx="1" presStyleCnt="2">
        <dgm:presLayoutVars>
          <dgm:chMax val="1"/>
          <dgm:chPref val="1"/>
        </dgm:presLayoutVars>
      </dgm:prSet>
      <dgm:spPr/>
    </dgm:pt>
  </dgm:ptLst>
  <dgm:cxnLst>
    <dgm:cxn modelId="{EC05960C-79F8-4BCE-8ED3-6A82CCD4203F}" type="presOf" srcId="{9053AF64-23C9-4FCC-AD27-9078CFAD8929}" destId="{D84BE2DE-A11F-40F1-A943-DCBDDF5776C5}" srcOrd="0" destOrd="0" presId="urn:microsoft.com/office/officeart/2018/5/layout/IconLeafLabelList"/>
    <dgm:cxn modelId="{75FA492D-C1F0-4169-880C-D03EBC209344}" srcId="{F59E7B4A-BA9A-49D4-9FED-DDF035867A25}" destId="{41C7BA25-7BD8-4534-BC91-B290B1D85434}" srcOrd="0" destOrd="0" parTransId="{A8CAFC9C-A281-4705-887E-5DC6A06AD688}" sibTransId="{248211CB-5B66-4A13-979A-9020C7DF2279}"/>
    <dgm:cxn modelId="{D6E3213B-95EC-40A7-A3D7-B3608ACFE988}" type="presOf" srcId="{F59E7B4A-BA9A-49D4-9FED-DDF035867A25}" destId="{12D6AA11-6994-4D37-BD64-8D70B3D1A813}" srcOrd="0" destOrd="0" presId="urn:microsoft.com/office/officeart/2018/5/layout/IconLeafLabelList"/>
    <dgm:cxn modelId="{84F5D686-EB20-4037-8663-9E0458B66EFC}" type="presOf" srcId="{41C7BA25-7BD8-4534-BC91-B290B1D85434}" destId="{B087B5F7-19EA-4C92-A476-3E9C1BD2E712}" srcOrd="0" destOrd="0" presId="urn:microsoft.com/office/officeart/2018/5/layout/IconLeafLabelList"/>
    <dgm:cxn modelId="{78086F92-4A53-4FAE-9D2F-39CB4797F68D}" srcId="{F59E7B4A-BA9A-49D4-9FED-DDF035867A25}" destId="{9053AF64-23C9-4FCC-AD27-9078CFAD8929}" srcOrd="1" destOrd="0" parTransId="{F7C37367-E507-4DE9-BF05-3A0BC20BB9F4}" sibTransId="{82DAD58C-46F9-4040-A2CE-3628504452EE}"/>
    <dgm:cxn modelId="{52024D64-A8B2-4B2A-94C2-B65E54692918}" type="presParOf" srcId="{12D6AA11-6994-4D37-BD64-8D70B3D1A813}" destId="{7BA4C681-E5AF-47AE-A488-BD4C491DD70F}" srcOrd="0" destOrd="0" presId="urn:microsoft.com/office/officeart/2018/5/layout/IconLeafLabelList"/>
    <dgm:cxn modelId="{5EF3B792-D102-4256-83AC-0C9AC858CE22}" type="presParOf" srcId="{7BA4C681-E5AF-47AE-A488-BD4C491DD70F}" destId="{46FC73A8-8EBD-4369-B300-D9655A535DB2}" srcOrd="0" destOrd="0" presId="urn:microsoft.com/office/officeart/2018/5/layout/IconLeafLabelList"/>
    <dgm:cxn modelId="{97B7A836-536F-45AF-AC97-8FD38BEE6350}" type="presParOf" srcId="{7BA4C681-E5AF-47AE-A488-BD4C491DD70F}" destId="{3EDDC01C-E4FC-4B6D-A735-4B27E9DF6131}" srcOrd="1" destOrd="0" presId="urn:microsoft.com/office/officeart/2018/5/layout/IconLeafLabelList"/>
    <dgm:cxn modelId="{9DA30DF5-3D11-44DB-9A87-CD8FA7EC7BB5}" type="presParOf" srcId="{7BA4C681-E5AF-47AE-A488-BD4C491DD70F}" destId="{F6203E49-8059-45D5-9FC1-D0202A9C5F60}" srcOrd="2" destOrd="0" presId="urn:microsoft.com/office/officeart/2018/5/layout/IconLeafLabelList"/>
    <dgm:cxn modelId="{7D8E60BA-A2EA-457D-8484-43F722518812}" type="presParOf" srcId="{7BA4C681-E5AF-47AE-A488-BD4C491DD70F}" destId="{B087B5F7-19EA-4C92-A476-3E9C1BD2E712}" srcOrd="3" destOrd="0" presId="urn:microsoft.com/office/officeart/2018/5/layout/IconLeafLabelList"/>
    <dgm:cxn modelId="{0FC04ADD-2692-4FD9-8FF2-D86CE6F96C80}" type="presParOf" srcId="{12D6AA11-6994-4D37-BD64-8D70B3D1A813}" destId="{AFA2B04F-EA81-4274-9CF7-F5B95B1E02D2}" srcOrd="1" destOrd="0" presId="urn:microsoft.com/office/officeart/2018/5/layout/IconLeafLabelList"/>
    <dgm:cxn modelId="{033D2FFC-CB2C-437F-A9C7-ABB6A3F44131}" type="presParOf" srcId="{12D6AA11-6994-4D37-BD64-8D70B3D1A813}" destId="{7BCD01B0-AB92-418F-AB3A-EFFA251B34B5}" srcOrd="2" destOrd="0" presId="urn:microsoft.com/office/officeart/2018/5/layout/IconLeafLabelList"/>
    <dgm:cxn modelId="{34E53BD5-08AB-4643-9796-E25819690E79}" type="presParOf" srcId="{7BCD01B0-AB92-418F-AB3A-EFFA251B34B5}" destId="{E437A443-4CC7-49A1-A63F-6FE0CCBE7D0B}" srcOrd="0" destOrd="0" presId="urn:microsoft.com/office/officeart/2018/5/layout/IconLeafLabelList"/>
    <dgm:cxn modelId="{CD0D2402-BAD2-4CDA-8C40-19E48935A537}" type="presParOf" srcId="{7BCD01B0-AB92-418F-AB3A-EFFA251B34B5}" destId="{60045A44-BA96-4881-BDB0-91B680DCE887}" srcOrd="1" destOrd="0" presId="urn:microsoft.com/office/officeart/2018/5/layout/IconLeafLabelList"/>
    <dgm:cxn modelId="{32FDB714-EC80-45C9-BE3A-8CA92C01E712}" type="presParOf" srcId="{7BCD01B0-AB92-418F-AB3A-EFFA251B34B5}" destId="{3B87EC26-EA08-49D3-A41A-C8C6352BCD70}" srcOrd="2" destOrd="0" presId="urn:microsoft.com/office/officeart/2018/5/layout/IconLeafLabelList"/>
    <dgm:cxn modelId="{8DB46622-4433-4E8C-AD4E-67316717DCC0}" type="presParOf" srcId="{7BCD01B0-AB92-418F-AB3A-EFFA251B34B5}" destId="{D84BE2DE-A11F-40F1-A943-DCBDDF5776C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1989C8-11F0-40B5-932A-7E968EE06E2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E927A68-94CE-43B5-A882-D2A1C48D03DB}">
      <dgm:prSet/>
      <dgm:spPr/>
      <dgm:t>
        <a:bodyPr/>
        <a:lstStyle/>
        <a:p>
          <a:r>
            <a:rPr lang="ja-JP" dirty="0"/>
            <a:t>アプリケーションソフトウェアは急速に縮小すると同時に拡大する必要があり、クラウド計算のニーズに合わせた従量課金モデルも必要</a:t>
          </a:r>
          <a:endParaRPr lang="en-US" dirty="0"/>
        </a:p>
      </dgm:t>
    </dgm:pt>
    <dgm:pt modelId="{37AA4179-FBF8-4C58-98AC-53E988917407}" type="parTrans" cxnId="{A595E885-B6D4-4504-8441-4B8DBF8F719C}">
      <dgm:prSet/>
      <dgm:spPr/>
      <dgm:t>
        <a:bodyPr/>
        <a:lstStyle/>
        <a:p>
          <a:endParaRPr lang="en-US"/>
        </a:p>
      </dgm:t>
    </dgm:pt>
    <dgm:pt modelId="{7E68969A-956A-44AF-A71A-88D53133C4A1}" type="sibTrans" cxnId="{A595E885-B6D4-4504-8441-4B8DBF8F719C}">
      <dgm:prSet/>
      <dgm:spPr/>
      <dgm:t>
        <a:bodyPr/>
        <a:lstStyle/>
        <a:p>
          <a:endParaRPr lang="en-US"/>
        </a:p>
      </dgm:t>
    </dgm:pt>
    <dgm:pt modelId="{0028380F-11A6-4420-A925-41DD16E62FA0}">
      <dgm:prSet/>
      <dgm:spPr/>
      <dgm:t>
        <a:bodyPr/>
        <a:lstStyle/>
        <a:p>
          <a:r>
            <a:rPr kumimoji="1" lang="ja-JP" dirty="0"/>
            <a:t>需要に応じてリソースをすぐに増減できる</a:t>
          </a:r>
          <a:endParaRPr lang="en-US" dirty="0"/>
        </a:p>
      </dgm:t>
    </dgm:pt>
    <dgm:pt modelId="{28908411-A960-4FB6-A5E1-828D28A2F8E0}" type="parTrans" cxnId="{3CBE641E-39F6-4257-A68A-C47B3F22102F}">
      <dgm:prSet/>
      <dgm:spPr/>
      <dgm:t>
        <a:bodyPr/>
        <a:lstStyle/>
        <a:p>
          <a:endParaRPr lang="en-US"/>
        </a:p>
      </dgm:t>
    </dgm:pt>
    <dgm:pt modelId="{2F1037B2-3250-4FE8-8A05-703FF5166FF8}" type="sibTrans" cxnId="{3CBE641E-39F6-4257-A68A-C47B3F22102F}">
      <dgm:prSet/>
      <dgm:spPr/>
      <dgm:t>
        <a:bodyPr/>
        <a:lstStyle/>
        <a:p>
          <a:endParaRPr lang="en-US"/>
        </a:p>
      </dgm:t>
    </dgm:pt>
    <dgm:pt modelId="{0FB2B5BC-ACA4-4981-B0F1-E0670C7F263B}">
      <dgm:prSet/>
      <dgm:spPr/>
      <dgm:t>
        <a:bodyPr/>
        <a:lstStyle/>
        <a:p>
          <a:r>
            <a:rPr kumimoji="1" lang="ja-JP" dirty="0"/>
            <a:t>セキュリティ、性能の不安定さ</a:t>
          </a:r>
          <a:endParaRPr lang="en-US" dirty="0"/>
        </a:p>
      </dgm:t>
    </dgm:pt>
    <dgm:pt modelId="{CB601F18-0D22-4F2F-872D-A7F4EB198E11}" type="parTrans" cxnId="{375B3D9E-1242-49A6-A045-11FF3D260B3C}">
      <dgm:prSet/>
      <dgm:spPr/>
      <dgm:t>
        <a:bodyPr/>
        <a:lstStyle/>
        <a:p>
          <a:endParaRPr lang="en-US"/>
        </a:p>
      </dgm:t>
    </dgm:pt>
    <dgm:pt modelId="{478290DB-A855-4C4C-ACB1-288CD7BFC09E}" type="sibTrans" cxnId="{375B3D9E-1242-49A6-A045-11FF3D260B3C}">
      <dgm:prSet/>
      <dgm:spPr/>
      <dgm:t>
        <a:bodyPr/>
        <a:lstStyle/>
        <a:p>
          <a:endParaRPr lang="en-US"/>
        </a:p>
      </dgm:t>
    </dgm:pt>
    <dgm:pt modelId="{D4FB9120-1AFF-4D6E-9F9C-7A01FB2737CC}" type="pres">
      <dgm:prSet presAssocID="{1F1989C8-11F0-40B5-932A-7E968EE06E22}" presName="linear" presStyleCnt="0">
        <dgm:presLayoutVars>
          <dgm:animLvl val="lvl"/>
          <dgm:resizeHandles val="exact"/>
        </dgm:presLayoutVars>
      </dgm:prSet>
      <dgm:spPr/>
    </dgm:pt>
    <dgm:pt modelId="{9567AEC3-894D-407A-B135-1CD18790733E}" type="pres">
      <dgm:prSet presAssocID="{DE927A68-94CE-43B5-A882-D2A1C48D03DB}" presName="parentText" presStyleLbl="node1" presStyleIdx="0" presStyleCnt="3">
        <dgm:presLayoutVars>
          <dgm:chMax val="0"/>
          <dgm:bulletEnabled val="1"/>
        </dgm:presLayoutVars>
      </dgm:prSet>
      <dgm:spPr/>
    </dgm:pt>
    <dgm:pt modelId="{1366F703-07A9-476A-B09F-7AA35B529F77}" type="pres">
      <dgm:prSet presAssocID="{7E68969A-956A-44AF-A71A-88D53133C4A1}" presName="spacer" presStyleCnt="0"/>
      <dgm:spPr/>
    </dgm:pt>
    <dgm:pt modelId="{9C9D3061-2495-4811-B800-BD037BF35DB7}" type="pres">
      <dgm:prSet presAssocID="{0028380F-11A6-4420-A925-41DD16E62FA0}" presName="parentText" presStyleLbl="node1" presStyleIdx="1" presStyleCnt="3">
        <dgm:presLayoutVars>
          <dgm:chMax val="0"/>
          <dgm:bulletEnabled val="1"/>
        </dgm:presLayoutVars>
      </dgm:prSet>
      <dgm:spPr/>
    </dgm:pt>
    <dgm:pt modelId="{B212103E-A086-40E8-A622-D2524DEA91B3}" type="pres">
      <dgm:prSet presAssocID="{2F1037B2-3250-4FE8-8A05-703FF5166FF8}" presName="spacer" presStyleCnt="0"/>
      <dgm:spPr/>
    </dgm:pt>
    <dgm:pt modelId="{92CC1B4B-584E-433A-A868-7B9B01284615}" type="pres">
      <dgm:prSet presAssocID="{0FB2B5BC-ACA4-4981-B0F1-E0670C7F263B}" presName="parentText" presStyleLbl="node1" presStyleIdx="2" presStyleCnt="3">
        <dgm:presLayoutVars>
          <dgm:chMax val="0"/>
          <dgm:bulletEnabled val="1"/>
        </dgm:presLayoutVars>
      </dgm:prSet>
      <dgm:spPr/>
    </dgm:pt>
  </dgm:ptLst>
  <dgm:cxnLst>
    <dgm:cxn modelId="{3CBE641E-39F6-4257-A68A-C47B3F22102F}" srcId="{1F1989C8-11F0-40B5-932A-7E968EE06E22}" destId="{0028380F-11A6-4420-A925-41DD16E62FA0}" srcOrd="1" destOrd="0" parTransId="{28908411-A960-4FB6-A5E1-828D28A2F8E0}" sibTransId="{2F1037B2-3250-4FE8-8A05-703FF5166FF8}"/>
    <dgm:cxn modelId="{5160F144-D54F-4110-899A-80272D4B702E}" type="presOf" srcId="{0028380F-11A6-4420-A925-41DD16E62FA0}" destId="{9C9D3061-2495-4811-B800-BD037BF35DB7}" srcOrd="0" destOrd="0" presId="urn:microsoft.com/office/officeart/2005/8/layout/vList2"/>
    <dgm:cxn modelId="{2A7C2F68-CE7C-40F0-8AAB-62BDD91C6757}" type="presOf" srcId="{DE927A68-94CE-43B5-A882-D2A1C48D03DB}" destId="{9567AEC3-894D-407A-B135-1CD18790733E}" srcOrd="0" destOrd="0" presId="urn:microsoft.com/office/officeart/2005/8/layout/vList2"/>
    <dgm:cxn modelId="{6286A74C-6E7B-4AD2-83F9-CBF802249839}" type="presOf" srcId="{1F1989C8-11F0-40B5-932A-7E968EE06E22}" destId="{D4FB9120-1AFF-4D6E-9F9C-7A01FB2737CC}" srcOrd="0" destOrd="0" presId="urn:microsoft.com/office/officeart/2005/8/layout/vList2"/>
    <dgm:cxn modelId="{A595E885-B6D4-4504-8441-4B8DBF8F719C}" srcId="{1F1989C8-11F0-40B5-932A-7E968EE06E22}" destId="{DE927A68-94CE-43B5-A882-D2A1C48D03DB}" srcOrd="0" destOrd="0" parTransId="{37AA4179-FBF8-4C58-98AC-53E988917407}" sibTransId="{7E68969A-956A-44AF-A71A-88D53133C4A1}"/>
    <dgm:cxn modelId="{375B3D9E-1242-49A6-A045-11FF3D260B3C}" srcId="{1F1989C8-11F0-40B5-932A-7E968EE06E22}" destId="{0FB2B5BC-ACA4-4981-B0F1-E0670C7F263B}" srcOrd="2" destOrd="0" parTransId="{CB601F18-0D22-4F2F-872D-A7F4EB198E11}" sibTransId="{478290DB-A855-4C4C-ACB1-288CD7BFC09E}"/>
    <dgm:cxn modelId="{61F2DDE6-2783-419E-B7A0-A9F827E237E0}" type="presOf" srcId="{0FB2B5BC-ACA4-4981-B0F1-E0670C7F263B}" destId="{92CC1B4B-584E-433A-A868-7B9B01284615}" srcOrd="0" destOrd="0" presId="urn:microsoft.com/office/officeart/2005/8/layout/vList2"/>
    <dgm:cxn modelId="{E1C91C96-D2DC-4D5D-9DFF-5F736D9E28E1}" type="presParOf" srcId="{D4FB9120-1AFF-4D6E-9F9C-7A01FB2737CC}" destId="{9567AEC3-894D-407A-B135-1CD18790733E}" srcOrd="0" destOrd="0" presId="urn:microsoft.com/office/officeart/2005/8/layout/vList2"/>
    <dgm:cxn modelId="{BC814636-7BEF-444B-BA10-15262D9CDFCD}" type="presParOf" srcId="{D4FB9120-1AFF-4D6E-9F9C-7A01FB2737CC}" destId="{1366F703-07A9-476A-B09F-7AA35B529F77}" srcOrd="1" destOrd="0" presId="urn:microsoft.com/office/officeart/2005/8/layout/vList2"/>
    <dgm:cxn modelId="{AF208C6B-A7CB-4E18-9F83-DCCC8482C821}" type="presParOf" srcId="{D4FB9120-1AFF-4D6E-9F9C-7A01FB2737CC}" destId="{9C9D3061-2495-4811-B800-BD037BF35DB7}" srcOrd="2" destOrd="0" presId="urn:microsoft.com/office/officeart/2005/8/layout/vList2"/>
    <dgm:cxn modelId="{C77729AC-973A-4025-AC79-C9FE31FCCE93}" type="presParOf" srcId="{D4FB9120-1AFF-4D6E-9F9C-7A01FB2737CC}" destId="{B212103E-A086-40E8-A622-D2524DEA91B3}" srcOrd="3" destOrd="0" presId="urn:microsoft.com/office/officeart/2005/8/layout/vList2"/>
    <dgm:cxn modelId="{111E1B99-897A-4B18-87E8-D30DB72594A4}" type="presParOf" srcId="{D4FB9120-1AFF-4D6E-9F9C-7A01FB2737CC}" destId="{92CC1B4B-584E-433A-A868-7B9B0128461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E6092E-3192-45CC-BF3C-8913119082FE}"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8C0B6B40-B559-4750-B290-D63D891BF24C}">
      <dgm:prSet/>
      <dgm:spPr/>
      <dgm:t>
        <a:bodyPr/>
        <a:lstStyle/>
        <a:p>
          <a:r>
            <a:rPr lang="ja-JP" dirty="0"/>
            <a:t>・大規模分散システムのバグ</a:t>
          </a:r>
          <a:endParaRPr lang="en-US" dirty="0"/>
        </a:p>
      </dgm:t>
    </dgm:pt>
    <dgm:pt modelId="{55C7CB9F-A481-4636-A673-A6458A71D00F}" type="parTrans" cxnId="{F82459BA-D3A6-40BD-95FF-01B7378DC843}">
      <dgm:prSet/>
      <dgm:spPr/>
      <dgm:t>
        <a:bodyPr/>
        <a:lstStyle/>
        <a:p>
          <a:endParaRPr lang="en-US"/>
        </a:p>
      </dgm:t>
    </dgm:pt>
    <dgm:pt modelId="{DFC5CD87-D099-414A-89F3-9F6EE0AC4C77}" type="sibTrans" cxnId="{F82459BA-D3A6-40BD-95FF-01B7378DC843}">
      <dgm:prSet/>
      <dgm:spPr/>
      <dgm:t>
        <a:bodyPr/>
        <a:lstStyle/>
        <a:p>
          <a:endParaRPr lang="en-US"/>
        </a:p>
      </dgm:t>
    </dgm:pt>
    <dgm:pt modelId="{4657D4D7-FB01-49E1-813C-83A136F5D723}">
      <dgm:prSet/>
      <dgm:spPr/>
      <dgm:t>
        <a:bodyPr/>
        <a:lstStyle/>
        <a:p>
          <a:r>
            <a:rPr lang="ja-JP" dirty="0"/>
            <a:t>・性能の予測不可能性</a:t>
          </a:r>
          <a:endParaRPr lang="en-US" dirty="0"/>
        </a:p>
      </dgm:t>
    </dgm:pt>
    <dgm:pt modelId="{41623A1B-9651-4941-B522-F84EB2E7AF39}" type="parTrans" cxnId="{74AFDF18-2F8F-45BA-BF73-EE8741F7BADE}">
      <dgm:prSet/>
      <dgm:spPr/>
      <dgm:t>
        <a:bodyPr/>
        <a:lstStyle/>
        <a:p>
          <a:endParaRPr lang="en-US"/>
        </a:p>
      </dgm:t>
    </dgm:pt>
    <dgm:pt modelId="{28CF416D-FC45-49FA-B1FA-AB4768F93669}" type="sibTrans" cxnId="{74AFDF18-2F8F-45BA-BF73-EE8741F7BADE}">
      <dgm:prSet/>
      <dgm:spPr/>
      <dgm:t>
        <a:bodyPr/>
        <a:lstStyle/>
        <a:p>
          <a:endParaRPr lang="en-US"/>
        </a:p>
      </dgm:t>
    </dgm:pt>
    <dgm:pt modelId="{E6925834-B338-4A5D-8C2C-523110FCED3C}">
      <dgm:prSet/>
      <dgm:spPr/>
      <dgm:t>
        <a:bodyPr/>
        <a:lstStyle/>
        <a:p>
          <a:r>
            <a:rPr lang="ja-JP" dirty="0"/>
            <a:t>・データ転送ボトルネック</a:t>
          </a:r>
          <a:endParaRPr lang="en-US" dirty="0"/>
        </a:p>
      </dgm:t>
    </dgm:pt>
    <dgm:pt modelId="{B0BD9A27-BB78-4C4C-BE62-117403010CD7}" type="parTrans" cxnId="{B11EAB06-489A-4AE4-912B-6663E8253D9A}">
      <dgm:prSet/>
      <dgm:spPr/>
      <dgm:t>
        <a:bodyPr/>
        <a:lstStyle/>
        <a:p>
          <a:endParaRPr lang="en-US"/>
        </a:p>
      </dgm:t>
    </dgm:pt>
    <dgm:pt modelId="{5A69AF30-E0B5-4EC4-B082-E2B25C325423}" type="sibTrans" cxnId="{B11EAB06-489A-4AE4-912B-6663E8253D9A}">
      <dgm:prSet/>
      <dgm:spPr/>
      <dgm:t>
        <a:bodyPr/>
        <a:lstStyle/>
        <a:p>
          <a:endParaRPr lang="en-US"/>
        </a:p>
      </dgm:t>
    </dgm:pt>
    <dgm:pt modelId="{D4B616B1-B906-4079-A8C5-DAB52C067D94}">
      <dgm:prSet/>
      <dgm:spPr/>
      <dgm:t>
        <a:bodyPr/>
        <a:lstStyle/>
        <a:p>
          <a:r>
            <a:rPr lang="ja-JP" dirty="0"/>
            <a:t>・データの機密性</a:t>
          </a:r>
          <a:r>
            <a:rPr lang="en-US" dirty="0"/>
            <a:t>/</a:t>
          </a:r>
          <a:r>
            <a:rPr lang="ja-JP" dirty="0"/>
            <a:t>監視性</a:t>
          </a:r>
          <a:endParaRPr lang="en-US" dirty="0"/>
        </a:p>
      </dgm:t>
    </dgm:pt>
    <dgm:pt modelId="{D9FC7C0B-D642-4280-A212-8325048593CD}" type="parTrans" cxnId="{E26C53FF-560A-4D04-AAD6-A8492763C095}">
      <dgm:prSet/>
      <dgm:spPr/>
      <dgm:t>
        <a:bodyPr/>
        <a:lstStyle/>
        <a:p>
          <a:endParaRPr lang="en-US"/>
        </a:p>
      </dgm:t>
    </dgm:pt>
    <dgm:pt modelId="{6BF898E6-6C9A-4999-8DF3-7993F21CB722}" type="sibTrans" cxnId="{E26C53FF-560A-4D04-AAD6-A8492763C095}">
      <dgm:prSet/>
      <dgm:spPr/>
      <dgm:t>
        <a:bodyPr/>
        <a:lstStyle/>
        <a:p>
          <a:endParaRPr lang="en-US"/>
        </a:p>
      </dgm:t>
    </dgm:pt>
    <dgm:pt modelId="{78EE7400-6C1A-478C-917F-8CF54169408F}" type="pres">
      <dgm:prSet presAssocID="{8AE6092E-3192-45CC-BF3C-8913119082FE}" presName="hierChild1" presStyleCnt="0">
        <dgm:presLayoutVars>
          <dgm:chPref val="1"/>
          <dgm:dir/>
          <dgm:animOne val="branch"/>
          <dgm:animLvl val="lvl"/>
          <dgm:resizeHandles/>
        </dgm:presLayoutVars>
      </dgm:prSet>
      <dgm:spPr/>
    </dgm:pt>
    <dgm:pt modelId="{88A2A2F8-54C1-435D-AEBB-24F05191F6A8}" type="pres">
      <dgm:prSet presAssocID="{8C0B6B40-B559-4750-B290-D63D891BF24C}" presName="hierRoot1" presStyleCnt="0"/>
      <dgm:spPr/>
    </dgm:pt>
    <dgm:pt modelId="{357DD12E-CEF5-45EB-98F8-AE8655E9B01E}" type="pres">
      <dgm:prSet presAssocID="{8C0B6B40-B559-4750-B290-D63D891BF24C}" presName="composite" presStyleCnt="0"/>
      <dgm:spPr/>
    </dgm:pt>
    <dgm:pt modelId="{36574694-B25E-46EE-A209-D870F18F6DFA}" type="pres">
      <dgm:prSet presAssocID="{8C0B6B40-B559-4750-B290-D63D891BF24C}" presName="background" presStyleLbl="node0" presStyleIdx="0" presStyleCnt="4"/>
      <dgm:spPr/>
    </dgm:pt>
    <dgm:pt modelId="{6EA86F27-2EFE-4D1D-8397-29E0E0E58FE7}" type="pres">
      <dgm:prSet presAssocID="{8C0B6B40-B559-4750-B290-D63D891BF24C}" presName="text" presStyleLbl="fgAcc0" presStyleIdx="0" presStyleCnt="4">
        <dgm:presLayoutVars>
          <dgm:chPref val="3"/>
        </dgm:presLayoutVars>
      </dgm:prSet>
      <dgm:spPr/>
    </dgm:pt>
    <dgm:pt modelId="{1885E76E-ECBD-4C1F-91C1-41938DE17FD2}" type="pres">
      <dgm:prSet presAssocID="{8C0B6B40-B559-4750-B290-D63D891BF24C}" presName="hierChild2" presStyleCnt="0"/>
      <dgm:spPr/>
    </dgm:pt>
    <dgm:pt modelId="{A9230D87-06C5-4314-8839-D59C1228617E}" type="pres">
      <dgm:prSet presAssocID="{4657D4D7-FB01-49E1-813C-83A136F5D723}" presName="hierRoot1" presStyleCnt="0"/>
      <dgm:spPr/>
    </dgm:pt>
    <dgm:pt modelId="{C8367EDF-CABC-4087-BCB4-E2BCF2AA4179}" type="pres">
      <dgm:prSet presAssocID="{4657D4D7-FB01-49E1-813C-83A136F5D723}" presName="composite" presStyleCnt="0"/>
      <dgm:spPr/>
    </dgm:pt>
    <dgm:pt modelId="{2824DD6E-C1C5-4F87-9222-8B99D572C667}" type="pres">
      <dgm:prSet presAssocID="{4657D4D7-FB01-49E1-813C-83A136F5D723}" presName="background" presStyleLbl="node0" presStyleIdx="1" presStyleCnt="4"/>
      <dgm:spPr/>
    </dgm:pt>
    <dgm:pt modelId="{C8B89C76-0C4B-4172-A3A9-266715F9735E}" type="pres">
      <dgm:prSet presAssocID="{4657D4D7-FB01-49E1-813C-83A136F5D723}" presName="text" presStyleLbl="fgAcc0" presStyleIdx="1" presStyleCnt="4">
        <dgm:presLayoutVars>
          <dgm:chPref val="3"/>
        </dgm:presLayoutVars>
      </dgm:prSet>
      <dgm:spPr/>
    </dgm:pt>
    <dgm:pt modelId="{2433ECB6-0B1F-44A4-B12F-976848894EBA}" type="pres">
      <dgm:prSet presAssocID="{4657D4D7-FB01-49E1-813C-83A136F5D723}" presName="hierChild2" presStyleCnt="0"/>
      <dgm:spPr/>
    </dgm:pt>
    <dgm:pt modelId="{E9B3B216-4197-4E83-9E01-C8CD4F2D4A0E}" type="pres">
      <dgm:prSet presAssocID="{E6925834-B338-4A5D-8C2C-523110FCED3C}" presName="hierRoot1" presStyleCnt="0"/>
      <dgm:spPr/>
    </dgm:pt>
    <dgm:pt modelId="{3CAA90DD-1EFE-4289-B2A4-32AE5F7AB9EC}" type="pres">
      <dgm:prSet presAssocID="{E6925834-B338-4A5D-8C2C-523110FCED3C}" presName="composite" presStyleCnt="0"/>
      <dgm:spPr/>
    </dgm:pt>
    <dgm:pt modelId="{20937389-89CB-4377-8301-29939A2B6F97}" type="pres">
      <dgm:prSet presAssocID="{E6925834-B338-4A5D-8C2C-523110FCED3C}" presName="background" presStyleLbl="node0" presStyleIdx="2" presStyleCnt="4"/>
      <dgm:spPr/>
    </dgm:pt>
    <dgm:pt modelId="{24C4637D-0351-4FCE-AAE2-BCA9DBF78856}" type="pres">
      <dgm:prSet presAssocID="{E6925834-B338-4A5D-8C2C-523110FCED3C}" presName="text" presStyleLbl="fgAcc0" presStyleIdx="2" presStyleCnt="4">
        <dgm:presLayoutVars>
          <dgm:chPref val="3"/>
        </dgm:presLayoutVars>
      </dgm:prSet>
      <dgm:spPr/>
    </dgm:pt>
    <dgm:pt modelId="{86483F18-BD28-4AC3-8727-958407B0F186}" type="pres">
      <dgm:prSet presAssocID="{E6925834-B338-4A5D-8C2C-523110FCED3C}" presName="hierChild2" presStyleCnt="0"/>
      <dgm:spPr/>
    </dgm:pt>
    <dgm:pt modelId="{57895331-7496-4A6B-9807-B0B9A32E9234}" type="pres">
      <dgm:prSet presAssocID="{D4B616B1-B906-4079-A8C5-DAB52C067D94}" presName="hierRoot1" presStyleCnt="0"/>
      <dgm:spPr/>
    </dgm:pt>
    <dgm:pt modelId="{33128E9E-1817-47EA-98F8-AE15DCF75F69}" type="pres">
      <dgm:prSet presAssocID="{D4B616B1-B906-4079-A8C5-DAB52C067D94}" presName="composite" presStyleCnt="0"/>
      <dgm:spPr/>
    </dgm:pt>
    <dgm:pt modelId="{FF6C0844-1107-41D9-BAA1-88721E3D088C}" type="pres">
      <dgm:prSet presAssocID="{D4B616B1-B906-4079-A8C5-DAB52C067D94}" presName="background" presStyleLbl="node0" presStyleIdx="3" presStyleCnt="4"/>
      <dgm:spPr/>
    </dgm:pt>
    <dgm:pt modelId="{67ABA430-90D3-41CD-B62D-018C15204373}" type="pres">
      <dgm:prSet presAssocID="{D4B616B1-B906-4079-A8C5-DAB52C067D94}" presName="text" presStyleLbl="fgAcc0" presStyleIdx="3" presStyleCnt="4">
        <dgm:presLayoutVars>
          <dgm:chPref val="3"/>
        </dgm:presLayoutVars>
      </dgm:prSet>
      <dgm:spPr/>
    </dgm:pt>
    <dgm:pt modelId="{B896CE14-5F91-47A1-A339-9E00465FA754}" type="pres">
      <dgm:prSet presAssocID="{D4B616B1-B906-4079-A8C5-DAB52C067D94}" presName="hierChild2" presStyleCnt="0"/>
      <dgm:spPr/>
    </dgm:pt>
  </dgm:ptLst>
  <dgm:cxnLst>
    <dgm:cxn modelId="{B11EAB06-489A-4AE4-912B-6663E8253D9A}" srcId="{8AE6092E-3192-45CC-BF3C-8913119082FE}" destId="{E6925834-B338-4A5D-8C2C-523110FCED3C}" srcOrd="2" destOrd="0" parTransId="{B0BD9A27-BB78-4C4C-BE62-117403010CD7}" sibTransId="{5A69AF30-E0B5-4EC4-B082-E2B25C325423}"/>
    <dgm:cxn modelId="{74AFDF18-2F8F-45BA-BF73-EE8741F7BADE}" srcId="{8AE6092E-3192-45CC-BF3C-8913119082FE}" destId="{4657D4D7-FB01-49E1-813C-83A136F5D723}" srcOrd="1" destOrd="0" parTransId="{41623A1B-9651-4941-B522-F84EB2E7AF39}" sibTransId="{28CF416D-FC45-49FA-B1FA-AB4768F93669}"/>
    <dgm:cxn modelId="{58F72D63-89FD-4E3A-80C3-7DD1097622B0}" type="presOf" srcId="{8C0B6B40-B559-4750-B290-D63D891BF24C}" destId="{6EA86F27-2EFE-4D1D-8397-29E0E0E58FE7}" srcOrd="0" destOrd="0" presId="urn:microsoft.com/office/officeart/2005/8/layout/hierarchy1"/>
    <dgm:cxn modelId="{CBE3D149-B23D-4554-991B-9A5E3DAEA8C1}" type="presOf" srcId="{8AE6092E-3192-45CC-BF3C-8913119082FE}" destId="{78EE7400-6C1A-478C-917F-8CF54169408F}" srcOrd="0" destOrd="0" presId="urn:microsoft.com/office/officeart/2005/8/layout/hierarchy1"/>
    <dgm:cxn modelId="{A20F59A1-2CF5-49C6-BB29-B140C92763D8}" type="presOf" srcId="{D4B616B1-B906-4079-A8C5-DAB52C067D94}" destId="{67ABA430-90D3-41CD-B62D-018C15204373}" srcOrd="0" destOrd="0" presId="urn:microsoft.com/office/officeart/2005/8/layout/hierarchy1"/>
    <dgm:cxn modelId="{F82459BA-D3A6-40BD-95FF-01B7378DC843}" srcId="{8AE6092E-3192-45CC-BF3C-8913119082FE}" destId="{8C0B6B40-B559-4750-B290-D63D891BF24C}" srcOrd="0" destOrd="0" parTransId="{55C7CB9F-A481-4636-A673-A6458A71D00F}" sibTransId="{DFC5CD87-D099-414A-89F3-9F6EE0AC4C77}"/>
    <dgm:cxn modelId="{B8FD48F4-5816-401C-9590-5D154797E062}" type="presOf" srcId="{E6925834-B338-4A5D-8C2C-523110FCED3C}" destId="{24C4637D-0351-4FCE-AAE2-BCA9DBF78856}" srcOrd="0" destOrd="0" presId="urn:microsoft.com/office/officeart/2005/8/layout/hierarchy1"/>
    <dgm:cxn modelId="{7FA630F7-C388-4511-9759-21169E3BF161}" type="presOf" srcId="{4657D4D7-FB01-49E1-813C-83A136F5D723}" destId="{C8B89C76-0C4B-4172-A3A9-266715F9735E}" srcOrd="0" destOrd="0" presId="urn:microsoft.com/office/officeart/2005/8/layout/hierarchy1"/>
    <dgm:cxn modelId="{E26C53FF-560A-4D04-AAD6-A8492763C095}" srcId="{8AE6092E-3192-45CC-BF3C-8913119082FE}" destId="{D4B616B1-B906-4079-A8C5-DAB52C067D94}" srcOrd="3" destOrd="0" parTransId="{D9FC7C0B-D642-4280-A212-8325048593CD}" sibTransId="{6BF898E6-6C9A-4999-8DF3-7993F21CB722}"/>
    <dgm:cxn modelId="{457B234E-58EE-456B-9E39-63F218849728}" type="presParOf" srcId="{78EE7400-6C1A-478C-917F-8CF54169408F}" destId="{88A2A2F8-54C1-435D-AEBB-24F05191F6A8}" srcOrd="0" destOrd="0" presId="urn:microsoft.com/office/officeart/2005/8/layout/hierarchy1"/>
    <dgm:cxn modelId="{5578FAE9-45E4-49B7-9689-7A5497C3B999}" type="presParOf" srcId="{88A2A2F8-54C1-435D-AEBB-24F05191F6A8}" destId="{357DD12E-CEF5-45EB-98F8-AE8655E9B01E}" srcOrd="0" destOrd="0" presId="urn:microsoft.com/office/officeart/2005/8/layout/hierarchy1"/>
    <dgm:cxn modelId="{1F461B85-4A2E-44C3-9A45-A0BEB41A1ECC}" type="presParOf" srcId="{357DD12E-CEF5-45EB-98F8-AE8655E9B01E}" destId="{36574694-B25E-46EE-A209-D870F18F6DFA}" srcOrd="0" destOrd="0" presId="urn:microsoft.com/office/officeart/2005/8/layout/hierarchy1"/>
    <dgm:cxn modelId="{9130888D-B5E6-4819-B268-ED4787992B84}" type="presParOf" srcId="{357DD12E-CEF5-45EB-98F8-AE8655E9B01E}" destId="{6EA86F27-2EFE-4D1D-8397-29E0E0E58FE7}" srcOrd="1" destOrd="0" presId="urn:microsoft.com/office/officeart/2005/8/layout/hierarchy1"/>
    <dgm:cxn modelId="{3DE48832-D512-4130-86D3-14F597D17CF7}" type="presParOf" srcId="{88A2A2F8-54C1-435D-AEBB-24F05191F6A8}" destId="{1885E76E-ECBD-4C1F-91C1-41938DE17FD2}" srcOrd="1" destOrd="0" presId="urn:microsoft.com/office/officeart/2005/8/layout/hierarchy1"/>
    <dgm:cxn modelId="{18CB532B-883A-4D0A-A2F8-BA6DDEB550B5}" type="presParOf" srcId="{78EE7400-6C1A-478C-917F-8CF54169408F}" destId="{A9230D87-06C5-4314-8839-D59C1228617E}" srcOrd="1" destOrd="0" presId="urn:microsoft.com/office/officeart/2005/8/layout/hierarchy1"/>
    <dgm:cxn modelId="{5864EE3B-A1C2-4F10-8C9E-52C1BA0DA07A}" type="presParOf" srcId="{A9230D87-06C5-4314-8839-D59C1228617E}" destId="{C8367EDF-CABC-4087-BCB4-E2BCF2AA4179}" srcOrd="0" destOrd="0" presId="urn:microsoft.com/office/officeart/2005/8/layout/hierarchy1"/>
    <dgm:cxn modelId="{69B73957-4005-4364-A391-E14004DD4FCE}" type="presParOf" srcId="{C8367EDF-CABC-4087-BCB4-E2BCF2AA4179}" destId="{2824DD6E-C1C5-4F87-9222-8B99D572C667}" srcOrd="0" destOrd="0" presId="urn:microsoft.com/office/officeart/2005/8/layout/hierarchy1"/>
    <dgm:cxn modelId="{B3CC2C9A-D9F9-4EF1-86E6-870C72740F76}" type="presParOf" srcId="{C8367EDF-CABC-4087-BCB4-E2BCF2AA4179}" destId="{C8B89C76-0C4B-4172-A3A9-266715F9735E}" srcOrd="1" destOrd="0" presId="urn:microsoft.com/office/officeart/2005/8/layout/hierarchy1"/>
    <dgm:cxn modelId="{E30BDF56-7F0A-4980-9FB3-9E496DDBF6DD}" type="presParOf" srcId="{A9230D87-06C5-4314-8839-D59C1228617E}" destId="{2433ECB6-0B1F-44A4-B12F-976848894EBA}" srcOrd="1" destOrd="0" presId="urn:microsoft.com/office/officeart/2005/8/layout/hierarchy1"/>
    <dgm:cxn modelId="{4C9F5619-B612-4C93-B72E-871492982BCA}" type="presParOf" srcId="{78EE7400-6C1A-478C-917F-8CF54169408F}" destId="{E9B3B216-4197-4E83-9E01-C8CD4F2D4A0E}" srcOrd="2" destOrd="0" presId="urn:microsoft.com/office/officeart/2005/8/layout/hierarchy1"/>
    <dgm:cxn modelId="{A73AB6D4-5C2A-44B5-9D90-B4275C50AEB4}" type="presParOf" srcId="{E9B3B216-4197-4E83-9E01-C8CD4F2D4A0E}" destId="{3CAA90DD-1EFE-4289-B2A4-32AE5F7AB9EC}" srcOrd="0" destOrd="0" presId="urn:microsoft.com/office/officeart/2005/8/layout/hierarchy1"/>
    <dgm:cxn modelId="{10DE706F-BD3E-463C-8FDB-68C0C7C6B68D}" type="presParOf" srcId="{3CAA90DD-1EFE-4289-B2A4-32AE5F7AB9EC}" destId="{20937389-89CB-4377-8301-29939A2B6F97}" srcOrd="0" destOrd="0" presId="urn:microsoft.com/office/officeart/2005/8/layout/hierarchy1"/>
    <dgm:cxn modelId="{B937D1F8-55DA-4A80-A5BA-080946386CBB}" type="presParOf" srcId="{3CAA90DD-1EFE-4289-B2A4-32AE5F7AB9EC}" destId="{24C4637D-0351-4FCE-AAE2-BCA9DBF78856}" srcOrd="1" destOrd="0" presId="urn:microsoft.com/office/officeart/2005/8/layout/hierarchy1"/>
    <dgm:cxn modelId="{3F5639DB-B69D-4DED-85F3-2EF8D92EE9C3}" type="presParOf" srcId="{E9B3B216-4197-4E83-9E01-C8CD4F2D4A0E}" destId="{86483F18-BD28-4AC3-8727-958407B0F186}" srcOrd="1" destOrd="0" presId="urn:microsoft.com/office/officeart/2005/8/layout/hierarchy1"/>
    <dgm:cxn modelId="{FDE3004B-DE93-4959-8E5A-3864F00E0805}" type="presParOf" srcId="{78EE7400-6C1A-478C-917F-8CF54169408F}" destId="{57895331-7496-4A6B-9807-B0B9A32E9234}" srcOrd="3" destOrd="0" presId="urn:microsoft.com/office/officeart/2005/8/layout/hierarchy1"/>
    <dgm:cxn modelId="{765B71AE-0F58-4373-8075-A75F06557CAA}" type="presParOf" srcId="{57895331-7496-4A6B-9807-B0B9A32E9234}" destId="{33128E9E-1817-47EA-98F8-AE15DCF75F69}" srcOrd="0" destOrd="0" presId="urn:microsoft.com/office/officeart/2005/8/layout/hierarchy1"/>
    <dgm:cxn modelId="{E7D29186-0FB6-472A-9DCF-0615E32E0BAC}" type="presParOf" srcId="{33128E9E-1817-47EA-98F8-AE15DCF75F69}" destId="{FF6C0844-1107-41D9-BAA1-88721E3D088C}" srcOrd="0" destOrd="0" presId="urn:microsoft.com/office/officeart/2005/8/layout/hierarchy1"/>
    <dgm:cxn modelId="{9B7E914E-A9BA-4073-9C22-7FC372F92989}" type="presParOf" srcId="{33128E9E-1817-47EA-98F8-AE15DCF75F69}" destId="{67ABA430-90D3-41CD-B62D-018C15204373}" srcOrd="1" destOrd="0" presId="urn:microsoft.com/office/officeart/2005/8/layout/hierarchy1"/>
    <dgm:cxn modelId="{6501535D-8329-4F93-980C-7770E78309C5}" type="presParOf" srcId="{57895331-7496-4A6B-9807-B0B9A32E9234}" destId="{B896CE14-5F91-47A1-A339-9E00465FA75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46E6B5-B0D3-4437-8DDC-852214D04DC5}"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494FB526-92F0-4A59-9B7A-9BE577154356}">
      <dgm:prSet/>
      <dgm:spPr/>
      <dgm:t>
        <a:bodyPr/>
        <a:lstStyle/>
        <a:p>
          <a:r>
            <a:rPr lang="en-US"/>
            <a:t>IoT</a:t>
          </a:r>
          <a:r>
            <a:rPr lang="ja-JP"/>
            <a:t>の普及とクラウドの発展により、エッジでデータ処理を行う新たなコンピューティング</a:t>
          </a:r>
          <a:endParaRPr lang="en-US"/>
        </a:p>
      </dgm:t>
    </dgm:pt>
    <dgm:pt modelId="{85514300-837B-4B81-B2AC-81548E7F52C3}" type="parTrans" cxnId="{821D9041-318C-4C89-94F4-DBC625833D03}">
      <dgm:prSet/>
      <dgm:spPr/>
      <dgm:t>
        <a:bodyPr/>
        <a:lstStyle/>
        <a:p>
          <a:endParaRPr lang="en-US"/>
        </a:p>
      </dgm:t>
    </dgm:pt>
    <dgm:pt modelId="{EC3D7D68-3629-48EC-BEC2-51309ABD14F0}" type="sibTrans" cxnId="{821D9041-318C-4C89-94F4-DBC625833D03}">
      <dgm:prSet/>
      <dgm:spPr/>
      <dgm:t>
        <a:bodyPr/>
        <a:lstStyle/>
        <a:p>
          <a:endParaRPr lang="en-US"/>
        </a:p>
      </dgm:t>
    </dgm:pt>
    <dgm:pt modelId="{738EF838-F588-4873-893B-CFBBB13E9B39}">
      <dgm:prSet/>
      <dgm:spPr/>
      <dgm:t>
        <a:bodyPr/>
        <a:lstStyle/>
        <a:p>
          <a:r>
            <a:rPr lang="ja-JP"/>
            <a:t>低遅延・省エネ・通信コスト削減・安全性向上に貢献</a:t>
          </a:r>
          <a:endParaRPr lang="en-US"/>
        </a:p>
      </dgm:t>
    </dgm:pt>
    <dgm:pt modelId="{C511315F-C4E3-470B-AD65-FB7A1C47633A}" type="parTrans" cxnId="{BD56278E-C3D5-4923-9795-7DC03289D8D8}">
      <dgm:prSet/>
      <dgm:spPr/>
      <dgm:t>
        <a:bodyPr/>
        <a:lstStyle/>
        <a:p>
          <a:endParaRPr lang="en-US"/>
        </a:p>
      </dgm:t>
    </dgm:pt>
    <dgm:pt modelId="{53E73B52-462F-4CB7-B470-0A408CD4DD25}" type="sibTrans" cxnId="{BD56278E-C3D5-4923-9795-7DC03289D8D8}">
      <dgm:prSet/>
      <dgm:spPr/>
      <dgm:t>
        <a:bodyPr/>
        <a:lstStyle/>
        <a:p>
          <a:endParaRPr lang="en-US"/>
        </a:p>
      </dgm:t>
    </dgm:pt>
    <dgm:pt modelId="{834BB702-6796-4768-BDD9-7B72CD8D9274}">
      <dgm:prSet/>
      <dgm:spPr/>
      <dgm:t>
        <a:bodyPr/>
        <a:lstStyle/>
        <a:p>
          <a:r>
            <a:rPr lang="ja-JP"/>
            <a:t>定義、活用例、課題と可能性を示す</a:t>
          </a:r>
          <a:endParaRPr lang="en-US"/>
        </a:p>
      </dgm:t>
    </dgm:pt>
    <dgm:pt modelId="{A3B75C3B-BE91-421B-843E-81CED7CF29BD}" type="parTrans" cxnId="{23E5688D-3CED-4618-B71F-17CE6C28D011}">
      <dgm:prSet/>
      <dgm:spPr/>
      <dgm:t>
        <a:bodyPr/>
        <a:lstStyle/>
        <a:p>
          <a:endParaRPr lang="en-US"/>
        </a:p>
      </dgm:t>
    </dgm:pt>
    <dgm:pt modelId="{5708B7F3-A09F-42FF-B507-BEAC7DFC1C19}" type="sibTrans" cxnId="{23E5688D-3CED-4618-B71F-17CE6C28D011}">
      <dgm:prSet/>
      <dgm:spPr/>
      <dgm:t>
        <a:bodyPr/>
        <a:lstStyle/>
        <a:p>
          <a:endParaRPr lang="en-US"/>
        </a:p>
      </dgm:t>
    </dgm:pt>
    <dgm:pt modelId="{1B9E45E6-79F2-47CF-939A-CA6E8EFE5659}" type="pres">
      <dgm:prSet presAssocID="{D546E6B5-B0D3-4437-8DDC-852214D04DC5}" presName="diagram" presStyleCnt="0">
        <dgm:presLayoutVars>
          <dgm:chPref val="1"/>
          <dgm:dir/>
          <dgm:animOne val="branch"/>
          <dgm:animLvl val="lvl"/>
          <dgm:resizeHandles/>
        </dgm:presLayoutVars>
      </dgm:prSet>
      <dgm:spPr/>
    </dgm:pt>
    <dgm:pt modelId="{CD2321BA-9213-4693-95A9-6F8D4749BF79}" type="pres">
      <dgm:prSet presAssocID="{494FB526-92F0-4A59-9B7A-9BE577154356}" presName="root" presStyleCnt="0"/>
      <dgm:spPr/>
    </dgm:pt>
    <dgm:pt modelId="{8D21C6ED-5625-49DD-873C-EEF25C066936}" type="pres">
      <dgm:prSet presAssocID="{494FB526-92F0-4A59-9B7A-9BE577154356}" presName="rootComposite" presStyleCnt="0"/>
      <dgm:spPr/>
    </dgm:pt>
    <dgm:pt modelId="{3107975B-8CD5-43C2-BF64-25C3063C082D}" type="pres">
      <dgm:prSet presAssocID="{494FB526-92F0-4A59-9B7A-9BE577154356}" presName="rootText" presStyleLbl="node1" presStyleIdx="0" presStyleCnt="3"/>
      <dgm:spPr/>
    </dgm:pt>
    <dgm:pt modelId="{D035FC67-794A-4D60-8A76-BB7522184A87}" type="pres">
      <dgm:prSet presAssocID="{494FB526-92F0-4A59-9B7A-9BE577154356}" presName="rootConnector" presStyleLbl="node1" presStyleIdx="0" presStyleCnt="3"/>
      <dgm:spPr/>
    </dgm:pt>
    <dgm:pt modelId="{3DAAD0C5-0DFB-4822-A441-F6B8B3C701AA}" type="pres">
      <dgm:prSet presAssocID="{494FB526-92F0-4A59-9B7A-9BE577154356}" presName="childShape" presStyleCnt="0"/>
      <dgm:spPr/>
    </dgm:pt>
    <dgm:pt modelId="{439C2CA4-BF37-4123-B041-3BCD7A37A204}" type="pres">
      <dgm:prSet presAssocID="{738EF838-F588-4873-893B-CFBBB13E9B39}" presName="root" presStyleCnt="0"/>
      <dgm:spPr/>
    </dgm:pt>
    <dgm:pt modelId="{D011C496-369D-44B9-B6D4-277B0C634059}" type="pres">
      <dgm:prSet presAssocID="{738EF838-F588-4873-893B-CFBBB13E9B39}" presName="rootComposite" presStyleCnt="0"/>
      <dgm:spPr/>
    </dgm:pt>
    <dgm:pt modelId="{056A8382-43AD-48BD-B890-DB0B83A7E3CC}" type="pres">
      <dgm:prSet presAssocID="{738EF838-F588-4873-893B-CFBBB13E9B39}" presName="rootText" presStyleLbl="node1" presStyleIdx="1" presStyleCnt="3"/>
      <dgm:spPr/>
    </dgm:pt>
    <dgm:pt modelId="{D3B30C84-12D6-4EC2-A905-89D43B8E4F8C}" type="pres">
      <dgm:prSet presAssocID="{738EF838-F588-4873-893B-CFBBB13E9B39}" presName="rootConnector" presStyleLbl="node1" presStyleIdx="1" presStyleCnt="3"/>
      <dgm:spPr/>
    </dgm:pt>
    <dgm:pt modelId="{705B74A5-9C37-46DC-AE3E-EC61C81C7435}" type="pres">
      <dgm:prSet presAssocID="{738EF838-F588-4873-893B-CFBBB13E9B39}" presName="childShape" presStyleCnt="0"/>
      <dgm:spPr/>
    </dgm:pt>
    <dgm:pt modelId="{845E58FD-AD41-4D69-B323-D335AA20DCD2}" type="pres">
      <dgm:prSet presAssocID="{834BB702-6796-4768-BDD9-7B72CD8D9274}" presName="root" presStyleCnt="0"/>
      <dgm:spPr/>
    </dgm:pt>
    <dgm:pt modelId="{B2418616-85C1-4AAA-9D0B-26BC485BCA09}" type="pres">
      <dgm:prSet presAssocID="{834BB702-6796-4768-BDD9-7B72CD8D9274}" presName="rootComposite" presStyleCnt="0"/>
      <dgm:spPr/>
    </dgm:pt>
    <dgm:pt modelId="{4D962E07-AE92-4893-BADA-CECD6AC1F253}" type="pres">
      <dgm:prSet presAssocID="{834BB702-6796-4768-BDD9-7B72CD8D9274}" presName="rootText" presStyleLbl="node1" presStyleIdx="2" presStyleCnt="3"/>
      <dgm:spPr/>
    </dgm:pt>
    <dgm:pt modelId="{433B881D-7F10-4A3E-BA48-16B6D2AB00D4}" type="pres">
      <dgm:prSet presAssocID="{834BB702-6796-4768-BDD9-7B72CD8D9274}" presName="rootConnector" presStyleLbl="node1" presStyleIdx="2" presStyleCnt="3"/>
      <dgm:spPr/>
    </dgm:pt>
    <dgm:pt modelId="{E06D0F57-690D-4437-B4EE-2D6EFC3413A3}" type="pres">
      <dgm:prSet presAssocID="{834BB702-6796-4768-BDD9-7B72CD8D9274}" presName="childShape" presStyleCnt="0"/>
      <dgm:spPr/>
    </dgm:pt>
  </dgm:ptLst>
  <dgm:cxnLst>
    <dgm:cxn modelId="{D97E151B-9D9A-44E3-BDE3-638E18FEDDD2}" type="presOf" srcId="{738EF838-F588-4873-893B-CFBBB13E9B39}" destId="{D3B30C84-12D6-4EC2-A905-89D43B8E4F8C}" srcOrd="1" destOrd="0" presId="urn:microsoft.com/office/officeart/2005/8/layout/hierarchy3"/>
    <dgm:cxn modelId="{821D9041-318C-4C89-94F4-DBC625833D03}" srcId="{D546E6B5-B0D3-4437-8DDC-852214D04DC5}" destId="{494FB526-92F0-4A59-9B7A-9BE577154356}" srcOrd="0" destOrd="0" parTransId="{85514300-837B-4B81-B2AC-81548E7F52C3}" sibTransId="{EC3D7D68-3629-48EC-BEC2-51309ABD14F0}"/>
    <dgm:cxn modelId="{F66C066B-3B02-481C-B5A2-5E3D88C8E099}" type="presOf" srcId="{834BB702-6796-4768-BDD9-7B72CD8D9274}" destId="{433B881D-7F10-4A3E-BA48-16B6D2AB00D4}" srcOrd="1" destOrd="0" presId="urn:microsoft.com/office/officeart/2005/8/layout/hierarchy3"/>
    <dgm:cxn modelId="{54C8B774-3C11-408D-BE8A-226E72AD878E}" type="presOf" srcId="{494FB526-92F0-4A59-9B7A-9BE577154356}" destId="{D035FC67-794A-4D60-8A76-BB7522184A87}" srcOrd="1" destOrd="0" presId="urn:microsoft.com/office/officeart/2005/8/layout/hierarchy3"/>
    <dgm:cxn modelId="{23E5688D-3CED-4618-B71F-17CE6C28D011}" srcId="{D546E6B5-B0D3-4437-8DDC-852214D04DC5}" destId="{834BB702-6796-4768-BDD9-7B72CD8D9274}" srcOrd="2" destOrd="0" parTransId="{A3B75C3B-BE91-421B-843E-81CED7CF29BD}" sibTransId="{5708B7F3-A09F-42FF-B507-BEAC7DFC1C19}"/>
    <dgm:cxn modelId="{BD56278E-C3D5-4923-9795-7DC03289D8D8}" srcId="{D546E6B5-B0D3-4437-8DDC-852214D04DC5}" destId="{738EF838-F588-4873-893B-CFBBB13E9B39}" srcOrd="1" destOrd="0" parTransId="{C511315F-C4E3-470B-AD65-FB7A1C47633A}" sibTransId="{53E73B52-462F-4CB7-B470-0A408CD4DD25}"/>
    <dgm:cxn modelId="{93B296BA-C4CD-472D-8395-B380D069EF10}" type="presOf" srcId="{D546E6B5-B0D3-4437-8DDC-852214D04DC5}" destId="{1B9E45E6-79F2-47CF-939A-CA6E8EFE5659}" srcOrd="0" destOrd="0" presId="urn:microsoft.com/office/officeart/2005/8/layout/hierarchy3"/>
    <dgm:cxn modelId="{1E5362C2-F75B-4126-BBD7-32BEC43046AB}" type="presOf" srcId="{738EF838-F588-4873-893B-CFBBB13E9B39}" destId="{056A8382-43AD-48BD-B890-DB0B83A7E3CC}" srcOrd="0" destOrd="0" presId="urn:microsoft.com/office/officeart/2005/8/layout/hierarchy3"/>
    <dgm:cxn modelId="{0B6DCBE3-86FF-49A3-85AB-25EACBF3B67B}" type="presOf" srcId="{494FB526-92F0-4A59-9B7A-9BE577154356}" destId="{3107975B-8CD5-43C2-BF64-25C3063C082D}" srcOrd="0" destOrd="0" presId="urn:microsoft.com/office/officeart/2005/8/layout/hierarchy3"/>
    <dgm:cxn modelId="{3442CFF7-6E37-4BB8-8F79-8D410FF90992}" type="presOf" srcId="{834BB702-6796-4768-BDD9-7B72CD8D9274}" destId="{4D962E07-AE92-4893-BADA-CECD6AC1F253}" srcOrd="0" destOrd="0" presId="urn:microsoft.com/office/officeart/2005/8/layout/hierarchy3"/>
    <dgm:cxn modelId="{371FF937-6B36-4E0A-87E9-EC090294FF0B}" type="presParOf" srcId="{1B9E45E6-79F2-47CF-939A-CA6E8EFE5659}" destId="{CD2321BA-9213-4693-95A9-6F8D4749BF79}" srcOrd="0" destOrd="0" presId="urn:microsoft.com/office/officeart/2005/8/layout/hierarchy3"/>
    <dgm:cxn modelId="{A87C6587-3894-43BE-8FEC-8AAFD43AEAD7}" type="presParOf" srcId="{CD2321BA-9213-4693-95A9-6F8D4749BF79}" destId="{8D21C6ED-5625-49DD-873C-EEF25C066936}" srcOrd="0" destOrd="0" presId="urn:microsoft.com/office/officeart/2005/8/layout/hierarchy3"/>
    <dgm:cxn modelId="{97B26DBE-BEBC-48F3-80F3-F9E6D3D5C83B}" type="presParOf" srcId="{8D21C6ED-5625-49DD-873C-EEF25C066936}" destId="{3107975B-8CD5-43C2-BF64-25C3063C082D}" srcOrd="0" destOrd="0" presId="urn:microsoft.com/office/officeart/2005/8/layout/hierarchy3"/>
    <dgm:cxn modelId="{221ACE03-8FB1-499C-B8B3-66633366F7BF}" type="presParOf" srcId="{8D21C6ED-5625-49DD-873C-EEF25C066936}" destId="{D035FC67-794A-4D60-8A76-BB7522184A87}" srcOrd="1" destOrd="0" presId="urn:microsoft.com/office/officeart/2005/8/layout/hierarchy3"/>
    <dgm:cxn modelId="{A4EB69DC-3FD4-4514-8367-9EE3FD9BE0D4}" type="presParOf" srcId="{CD2321BA-9213-4693-95A9-6F8D4749BF79}" destId="{3DAAD0C5-0DFB-4822-A441-F6B8B3C701AA}" srcOrd="1" destOrd="0" presId="urn:microsoft.com/office/officeart/2005/8/layout/hierarchy3"/>
    <dgm:cxn modelId="{EE592BDC-8A14-49A7-8FB7-D91EC7C61F5F}" type="presParOf" srcId="{1B9E45E6-79F2-47CF-939A-CA6E8EFE5659}" destId="{439C2CA4-BF37-4123-B041-3BCD7A37A204}" srcOrd="1" destOrd="0" presId="urn:microsoft.com/office/officeart/2005/8/layout/hierarchy3"/>
    <dgm:cxn modelId="{DB8F89B4-0B88-4F41-A401-9EDBACC936EF}" type="presParOf" srcId="{439C2CA4-BF37-4123-B041-3BCD7A37A204}" destId="{D011C496-369D-44B9-B6D4-277B0C634059}" srcOrd="0" destOrd="0" presId="urn:microsoft.com/office/officeart/2005/8/layout/hierarchy3"/>
    <dgm:cxn modelId="{541D9F4D-466F-4C8B-AC6A-64A2CF090924}" type="presParOf" srcId="{D011C496-369D-44B9-B6D4-277B0C634059}" destId="{056A8382-43AD-48BD-B890-DB0B83A7E3CC}" srcOrd="0" destOrd="0" presId="urn:microsoft.com/office/officeart/2005/8/layout/hierarchy3"/>
    <dgm:cxn modelId="{0967E561-538C-475E-AA77-A2E05128B017}" type="presParOf" srcId="{D011C496-369D-44B9-B6D4-277B0C634059}" destId="{D3B30C84-12D6-4EC2-A905-89D43B8E4F8C}" srcOrd="1" destOrd="0" presId="urn:microsoft.com/office/officeart/2005/8/layout/hierarchy3"/>
    <dgm:cxn modelId="{2BD61DF7-87D5-4043-B98D-471B3D873B12}" type="presParOf" srcId="{439C2CA4-BF37-4123-B041-3BCD7A37A204}" destId="{705B74A5-9C37-46DC-AE3E-EC61C81C7435}" srcOrd="1" destOrd="0" presId="urn:microsoft.com/office/officeart/2005/8/layout/hierarchy3"/>
    <dgm:cxn modelId="{624F02D4-7E55-4E04-916E-067167D193F7}" type="presParOf" srcId="{1B9E45E6-79F2-47CF-939A-CA6E8EFE5659}" destId="{845E58FD-AD41-4D69-B323-D335AA20DCD2}" srcOrd="2" destOrd="0" presId="urn:microsoft.com/office/officeart/2005/8/layout/hierarchy3"/>
    <dgm:cxn modelId="{9CF9AC97-D122-48D4-8162-795A74AA4E5A}" type="presParOf" srcId="{845E58FD-AD41-4D69-B323-D335AA20DCD2}" destId="{B2418616-85C1-4AAA-9D0B-26BC485BCA09}" srcOrd="0" destOrd="0" presId="urn:microsoft.com/office/officeart/2005/8/layout/hierarchy3"/>
    <dgm:cxn modelId="{E110B2DF-5CD6-4E57-8D7B-9BF11751390B}" type="presParOf" srcId="{B2418616-85C1-4AAA-9D0B-26BC485BCA09}" destId="{4D962E07-AE92-4893-BADA-CECD6AC1F253}" srcOrd="0" destOrd="0" presId="urn:microsoft.com/office/officeart/2005/8/layout/hierarchy3"/>
    <dgm:cxn modelId="{3C03AFEE-0E45-4D3F-BEDC-BE39C239D0EB}" type="presParOf" srcId="{B2418616-85C1-4AAA-9D0B-26BC485BCA09}" destId="{433B881D-7F10-4A3E-BA48-16B6D2AB00D4}" srcOrd="1" destOrd="0" presId="urn:microsoft.com/office/officeart/2005/8/layout/hierarchy3"/>
    <dgm:cxn modelId="{C54DA290-BE56-4377-9A4F-23047916BF02}" type="presParOf" srcId="{845E58FD-AD41-4D69-B323-D335AA20DCD2}" destId="{E06D0F57-690D-4437-B4EE-2D6EFC3413A3}"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15A275A-B5B5-41EB-9EC8-5F94738A935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6010182-EBB7-44A6-927F-247A8A67CFAD}">
      <dgm:prSet/>
      <dgm:spPr/>
      <dgm:t>
        <a:bodyPr/>
        <a:lstStyle/>
        <a:p>
          <a:r>
            <a:rPr kumimoji="1" lang="ja-JP" dirty="0"/>
            <a:t>クラウドだけでは対応できない</a:t>
          </a:r>
          <a:r>
            <a:rPr kumimoji="1" lang="en-US" dirty="0"/>
            <a:t>-&gt;</a:t>
          </a:r>
          <a:r>
            <a:rPr kumimoji="1" lang="ja-JP" dirty="0"/>
            <a:t>エッジを使うと</a:t>
          </a:r>
          <a:endParaRPr lang="en-US" dirty="0"/>
        </a:p>
      </dgm:t>
    </dgm:pt>
    <dgm:pt modelId="{208C0B73-AA95-445D-BA8E-9688CDBD720F}" type="parTrans" cxnId="{65E269D3-615C-4D37-8A7B-EF48B50B11A1}">
      <dgm:prSet/>
      <dgm:spPr/>
      <dgm:t>
        <a:bodyPr/>
        <a:lstStyle/>
        <a:p>
          <a:endParaRPr lang="en-US"/>
        </a:p>
      </dgm:t>
    </dgm:pt>
    <dgm:pt modelId="{06043EE5-970B-476F-A817-EB9632038F0D}" type="sibTrans" cxnId="{65E269D3-615C-4D37-8A7B-EF48B50B11A1}">
      <dgm:prSet/>
      <dgm:spPr/>
      <dgm:t>
        <a:bodyPr/>
        <a:lstStyle/>
        <a:p>
          <a:endParaRPr lang="en-US"/>
        </a:p>
      </dgm:t>
    </dgm:pt>
    <dgm:pt modelId="{36C5EFDE-59AF-4934-A05E-C5B6AE6D2C83}">
      <dgm:prSet/>
      <dgm:spPr/>
      <dgm:t>
        <a:bodyPr/>
        <a:lstStyle/>
        <a:p>
          <a:r>
            <a:rPr lang="ja-JP" dirty="0"/>
            <a:t>・データ量が多すぎる  </a:t>
          </a:r>
          <a:r>
            <a:rPr lang="en-US" dirty="0"/>
            <a:t>-&gt; </a:t>
          </a:r>
          <a:r>
            <a:rPr lang="ja-JP" dirty="0"/>
            <a:t>通信量削減</a:t>
          </a:r>
          <a:endParaRPr lang="en-US" dirty="0"/>
        </a:p>
      </dgm:t>
    </dgm:pt>
    <dgm:pt modelId="{039A4498-C207-4B0D-916D-11AB08A0F521}" type="parTrans" cxnId="{68FFA5CA-1243-4422-9EC0-C59BBFE0EC39}">
      <dgm:prSet/>
      <dgm:spPr/>
      <dgm:t>
        <a:bodyPr/>
        <a:lstStyle/>
        <a:p>
          <a:endParaRPr lang="en-US"/>
        </a:p>
      </dgm:t>
    </dgm:pt>
    <dgm:pt modelId="{E553B258-FFE9-4252-82D7-6D4B1F4B636B}" type="sibTrans" cxnId="{68FFA5CA-1243-4422-9EC0-C59BBFE0EC39}">
      <dgm:prSet/>
      <dgm:spPr/>
      <dgm:t>
        <a:bodyPr/>
        <a:lstStyle/>
        <a:p>
          <a:endParaRPr lang="en-US"/>
        </a:p>
      </dgm:t>
    </dgm:pt>
    <dgm:pt modelId="{78932DE2-E60D-47EE-83D3-66BF8CF3593F}">
      <dgm:prSet/>
      <dgm:spPr/>
      <dgm:t>
        <a:bodyPr/>
        <a:lstStyle/>
        <a:p>
          <a:r>
            <a:rPr lang="ja-JP" dirty="0"/>
            <a:t>・通信が遅い </a:t>
          </a:r>
          <a:r>
            <a:rPr lang="en-US" dirty="0"/>
            <a:t>-&gt; </a:t>
          </a:r>
          <a:r>
            <a:rPr lang="ja-JP" dirty="0"/>
            <a:t>低遅延</a:t>
          </a:r>
          <a:endParaRPr lang="en-US" dirty="0"/>
        </a:p>
      </dgm:t>
    </dgm:pt>
    <dgm:pt modelId="{94470B93-1FFD-4FAC-9B9D-4CDE616D6347}" type="parTrans" cxnId="{7B4BD4FA-409B-49EC-B293-5A6E738EFDEF}">
      <dgm:prSet/>
      <dgm:spPr/>
      <dgm:t>
        <a:bodyPr/>
        <a:lstStyle/>
        <a:p>
          <a:endParaRPr lang="en-US"/>
        </a:p>
      </dgm:t>
    </dgm:pt>
    <dgm:pt modelId="{B701A9AF-AF32-4B95-9DF5-E9EF43BE663F}" type="sibTrans" cxnId="{7B4BD4FA-409B-49EC-B293-5A6E738EFDEF}">
      <dgm:prSet/>
      <dgm:spPr/>
      <dgm:t>
        <a:bodyPr/>
        <a:lstStyle/>
        <a:p>
          <a:endParaRPr lang="en-US"/>
        </a:p>
      </dgm:t>
    </dgm:pt>
    <dgm:pt modelId="{4ADA94A1-39ED-4497-93F3-8E2C43AF5FC0}">
      <dgm:prSet/>
      <dgm:spPr/>
      <dgm:t>
        <a:bodyPr/>
        <a:lstStyle/>
        <a:p>
          <a:r>
            <a:rPr lang="ja-JP" dirty="0"/>
            <a:t>・プライバシーの問題 </a:t>
          </a:r>
          <a:r>
            <a:rPr lang="en-US" dirty="0"/>
            <a:t>-&gt; </a:t>
          </a:r>
          <a:r>
            <a:rPr lang="ja-JP" dirty="0"/>
            <a:t>セキュリティ向上</a:t>
          </a:r>
          <a:endParaRPr lang="en-US" dirty="0"/>
        </a:p>
      </dgm:t>
    </dgm:pt>
    <dgm:pt modelId="{0F378B6E-2B04-4005-8F36-88EEF665325E}" type="parTrans" cxnId="{DC83FE56-A03B-41C0-AF03-C4699A195328}">
      <dgm:prSet/>
      <dgm:spPr/>
      <dgm:t>
        <a:bodyPr/>
        <a:lstStyle/>
        <a:p>
          <a:endParaRPr lang="en-US"/>
        </a:p>
      </dgm:t>
    </dgm:pt>
    <dgm:pt modelId="{55CCA4FC-9658-4153-86B8-69A27918E7C5}" type="sibTrans" cxnId="{DC83FE56-A03B-41C0-AF03-C4699A195328}">
      <dgm:prSet/>
      <dgm:spPr/>
      <dgm:t>
        <a:bodyPr/>
        <a:lstStyle/>
        <a:p>
          <a:endParaRPr lang="en-US"/>
        </a:p>
      </dgm:t>
    </dgm:pt>
    <dgm:pt modelId="{9366CB1C-C269-4DB8-9CEE-75BD3A5868F3}" type="pres">
      <dgm:prSet presAssocID="{D15A275A-B5B5-41EB-9EC8-5F94738A9353}" presName="linear" presStyleCnt="0">
        <dgm:presLayoutVars>
          <dgm:animLvl val="lvl"/>
          <dgm:resizeHandles val="exact"/>
        </dgm:presLayoutVars>
      </dgm:prSet>
      <dgm:spPr/>
    </dgm:pt>
    <dgm:pt modelId="{8B9851D6-BA46-483C-9F87-A933942B1DDD}" type="pres">
      <dgm:prSet presAssocID="{76010182-EBB7-44A6-927F-247A8A67CFAD}" presName="parentText" presStyleLbl="node1" presStyleIdx="0" presStyleCnt="4">
        <dgm:presLayoutVars>
          <dgm:chMax val="0"/>
          <dgm:bulletEnabled val="1"/>
        </dgm:presLayoutVars>
      </dgm:prSet>
      <dgm:spPr/>
    </dgm:pt>
    <dgm:pt modelId="{CCE8CC62-F0F0-486A-AF96-D31F28C05D34}" type="pres">
      <dgm:prSet presAssocID="{06043EE5-970B-476F-A817-EB9632038F0D}" presName="spacer" presStyleCnt="0"/>
      <dgm:spPr/>
    </dgm:pt>
    <dgm:pt modelId="{954D0453-60FE-4F8F-9374-7921F091A9B9}" type="pres">
      <dgm:prSet presAssocID="{36C5EFDE-59AF-4934-A05E-C5B6AE6D2C83}" presName="parentText" presStyleLbl="node1" presStyleIdx="1" presStyleCnt="4">
        <dgm:presLayoutVars>
          <dgm:chMax val="0"/>
          <dgm:bulletEnabled val="1"/>
        </dgm:presLayoutVars>
      </dgm:prSet>
      <dgm:spPr/>
    </dgm:pt>
    <dgm:pt modelId="{723E0490-9413-4C21-AC52-486F1BB04366}" type="pres">
      <dgm:prSet presAssocID="{E553B258-FFE9-4252-82D7-6D4B1F4B636B}" presName="spacer" presStyleCnt="0"/>
      <dgm:spPr/>
    </dgm:pt>
    <dgm:pt modelId="{DF8F00FF-2D77-4490-A530-56B60B9168BB}" type="pres">
      <dgm:prSet presAssocID="{78932DE2-E60D-47EE-83D3-66BF8CF3593F}" presName="parentText" presStyleLbl="node1" presStyleIdx="2" presStyleCnt="4">
        <dgm:presLayoutVars>
          <dgm:chMax val="0"/>
          <dgm:bulletEnabled val="1"/>
        </dgm:presLayoutVars>
      </dgm:prSet>
      <dgm:spPr/>
    </dgm:pt>
    <dgm:pt modelId="{0D15FCCB-C336-4411-9F10-E99EF558F91A}" type="pres">
      <dgm:prSet presAssocID="{B701A9AF-AF32-4B95-9DF5-E9EF43BE663F}" presName="spacer" presStyleCnt="0"/>
      <dgm:spPr/>
    </dgm:pt>
    <dgm:pt modelId="{C6FA2B68-F14E-4D17-A2CA-AC06686AA514}" type="pres">
      <dgm:prSet presAssocID="{4ADA94A1-39ED-4497-93F3-8E2C43AF5FC0}" presName="parentText" presStyleLbl="node1" presStyleIdx="3" presStyleCnt="4">
        <dgm:presLayoutVars>
          <dgm:chMax val="0"/>
          <dgm:bulletEnabled val="1"/>
        </dgm:presLayoutVars>
      </dgm:prSet>
      <dgm:spPr/>
    </dgm:pt>
  </dgm:ptLst>
  <dgm:cxnLst>
    <dgm:cxn modelId="{D697521B-23BE-4330-8963-F87DF040C6B0}" type="presOf" srcId="{4ADA94A1-39ED-4497-93F3-8E2C43AF5FC0}" destId="{C6FA2B68-F14E-4D17-A2CA-AC06686AA514}" srcOrd="0" destOrd="0" presId="urn:microsoft.com/office/officeart/2005/8/layout/vList2"/>
    <dgm:cxn modelId="{6A908461-A435-4E32-BE3F-B04A5BF0A40E}" type="presOf" srcId="{76010182-EBB7-44A6-927F-247A8A67CFAD}" destId="{8B9851D6-BA46-483C-9F87-A933942B1DDD}" srcOrd="0" destOrd="0" presId="urn:microsoft.com/office/officeart/2005/8/layout/vList2"/>
    <dgm:cxn modelId="{DC83FE56-A03B-41C0-AF03-C4699A195328}" srcId="{D15A275A-B5B5-41EB-9EC8-5F94738A9353}" destId="{4ADA94A1-39ED-4497-93F3-8E2C43AF5FC0}" srcOrd="3" destOrd="0" parTransId="{0F378B6E-2B04-4005-8F36-88EEF665325E}" sibTransId="{55CCA4FC-9658-4153-86B8-69A27918E7C5}"/>
    <dgm:cxn modelId="{C5A87D58-982B-4CCA-9D5A-8E64FE24F89E}" type="presOf" srcId="{36C5EFDE-59AF-4934-A05E-C5B6AE6D2C83}" destId="{954D0453-60FE-4F8F-9374-7921F091A9B9}" srcOrd="0" destOrd="0" presId="urn:microsoft.com/office/officeart/2005/8/layout/vList2"/>
    <dgm:cxn modelId="{68FFA5CA-1243-4422-9EC0-C59BBFE0EC39}" srcId="{D15A275A-B5B5-41EB-9EC8-5F94738A9353}" destId="{36C5EFDE-59AF-4934-A05E-C5B6AE6D2C83}" srcOrd="1" destOrd="0" parTransId="{039A4498-C207-4B0D-916D-11AB08A0F521}" sibTransId="{E553B258-FFE9-4252-82D7-6D4B1F4B636B}"/>
    <dgm:cxn modelId="{5AF095CE-8BB2-47FE-A7A8-D6B719701EB0}" type="presOf" srcId="{78932DE2-E60D-47EE-83D3-66BF8CF3593F}" destId="{DF8F00FF-2D77-4490-A530-56B60B9168BB}" srcOrd="0" destOrd="0" presId="urn:microsoft.com/office/officeart/2005/8/layout/vList2"/>
    <dgm:cxn modelId="{65E269D3-615C-4D37-8A7B-EF48B50B11A1}" srcId="{D15A275A-B5B5-41EB-9EC8-5F94738A9353}" destId="{76010182-EBB7-44A6-927F-247A8A67CFAD}" srcOrd="0" destOrd="0" parTransId="{208C0B73-AA95-445D-BA8E-9688CDBD720F}" sibTransId="{06043EE5-970B-476F-A817-EB9632038F0D}"/>
    <dgm:cxn modelId="{49DB4DEF-5D6A-4D38-97F0-C800F1D76FD4}" type="presOf" srcId="{D15A275A-B5B5-41EB-9EC8-5F94738A9353}" destId="{9366CB1C-C269-4DB8-9CEE-75BD3A5868F3}" srcOrd="0" destOrd="0" presId="urn:microsoft.com/office/officeart/2005/8/layout/vList2"/>
    <dgm:cxn modelId="{7B4BD4FA-409B-49EC-B293-5A6E738EFDEF}" srcId="{D15A275A-B5B5-41EB-9EC8-5F94738A9353}" destId="{78932DE2-E60D-47EE-83D3-66BF8CF3593F}" srcOrd="2" destOrd="0" parTransId="{94470B93-1FFD-4FAC-9B9D-4CDE616D6347}" sibTransId="{B701A9AF-AF32-4B95-9DF5-E9EF43BE663F}"/>
    <dgm:cxn modelId="{BF021D27-6247-4A92-87F0-E35426290807}" type="presParOf" srcId="{9366CB1C-C269-4DB8-9CEE-75BD3A5868F3}" destId="{8B9851D6-BA46-483C-9F87-A933942B1DDD}" srcOrd="0" destOrd="0" presId="urn:microsoft.com/office/officeart/2005/8/layout/vList2"/>
    <dgm:cxn modelId="{E0CC76E9-E486-4D96-81EE-ED57F00FC264}" type="presParOf" srcId="{9366CB1C-C269-4DB8-9CEE-75BD3A5868F3}" destId="{CCE8CC62-F0F0-486A-AF96-D31F28C05D34}" srcOrd="1" destOrd="0" presId="urn:microsoft.com/office/officeart/2005/8/layout/vList2"/>
    <dgm:cxn modelId="{018464AE-7AE9-4E4C-BA61-8C94E19766B4}" type="presParOf" srcId="{9366CB1C-C269-4DB8-9CEE-75BD3A5868F3}" destId="{954D0453-60FE-4F8F-9374-7921F091A9B9}" srcOrd="2" destOrd="0" presId="urn:microsoft.com/office/officeart/2005/8/layout/vList2"/>
    <dgm:cxn modelId="{780681DB-71B6-47DD-A440-AFBF064BA356}" type="presParOf" srcId="{9366CB1C-C269-4DB8-9CEE-75BD3A5868F3}" destId="{723E0490-9413-4C21-AC52-486F1BB04366}" srcOrd="3" destOrd="0" presId="urn:microsoft.com/office/officeart/2005/8/layout/vList2"/>
    <dgm:cxn modelId="{CBC3D713-A752-42AB-B7AF-A494A9A7A648}" type="presParOf" srcId="{9366CB1C-C269-4DB8-9CEE-75BD3A5868F3}" destId="{DF8F00FF-2D77-4490-A530-56B60B9168BB}" srcOrd="4" destOrd="0" presId="urn:microsoft.com/office/officeart/2005/8/layout/vList2"/>
    <dgm:cxn modelId="{6F2EEE8E-A5DD-4B00-9C4B-999F3A4F3A70}" type="presParOf" srcId="{9366CB1C-C269-4DB8-9CEE-75BD3A5868F3}" destId="{0D15FCCB-C336-4411-9F10-E99EF558F91A}" srcOrd="5" destOrd="0" presId="urn:microsoft.com/office/officeart/2005/8/layout/vList2"/>
    <dgm:cxn modelId="{6B73C429-E75A-4128-9F0D-5F4C0112EF1A}" type="presParOf" srcId="{9366CB1C-C269-4DB8-9CEE-75BD3A5868F3}" destId="{C6FA2B68-F14E-4D17-A2CA-AC06686AA51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F79C695-CBE0-4528-A672-2EB39BC8272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6612DFB-0664-4BE2-9FE1-31C1C7116CB6}">
      <dgm:prSet/>
      <dgm:spPr/>
      <dgm:t>
        <a:bodyPr/>
        <a:lstStyle/>
        <a:p>
          <a:r>
            <a:rPr lang="ja-JP" dirty="0"/>
            <a:t>クラウドオフロード</a:t>
          </a:r>
          <a:endParaRPr lang="en-US" dirty="0"/>
        </a:p>
      </dgm:t>
    </dgm:pt>
    <dgm:pt modelId="{0C994B2B-2BE7-4BC3-807D-450CDC032E01}" type="parTrans" cxnId="{1E68E611-E8EE-4ED2-90A4-33DFCB201F50}">
      <dgm:prSet/>
      <dgm:spPr/>
      <dgm:t>
        <a:bodyPr/>
        <a:lstStyle/>
        <a:p>
          <a:endParaRPr lang="en-US"/>
        </a:p>
      </dgm:t>
    </dgm:pt>
    <dgm:pt modelId="{262BDBAF-0B88-4395-B61C-98E398090D46}" type="sibTrans" cxnId="{1E68E611-E8EE-4ED2-90A4-33DFCB201F50}">
      <dgm:prSet/>
      <dgm:spPr/>
      <dgm:t>
        <a:bodyPr/>
        <a:lstStyle/>
        <a:p>
          <a:endParaRPr lang="en-US"/>
        </a:p>
      </dgm:t>
    </dgm:pt>
    <dgm:pt modelId="{C9C6F8DF-7584-47D9-BB76-CF25C5C1FD07}">
      <dgm:prSet/>
      <dgm:spPr/>
      <dgm:t>
        <a:bodyPr/>
        <a:lstStyle/>
        <a:p>
          <a:r>
            <a:rPr kumimoji="1" lang="ja-JP" dirty="0"/>
            <a:t>動画分析</a:t>
          </a:r>
          <a:r>
            <a:rPr kumimoji="1" lang="en-US" dirty="0"/>
            <a:t>(</a:t>
          </a:r>
          <a:r>
            <a:rPr kumimoji="1" lang="ja-JP" dirty="0"/>
            <a:t>行方不明の子供探し</a:t>
          </a:r>
          <a:r>
            <a:rPr kumimoji="1" lang="en-US" dirty="0"/>
            <a:t>)</a:t>
          </a:r>
          <a:endParaRPr lang="en-US" dirty="0"/>
        </a:p>
      </dgm:t>
    </dgm:pt>
    <dgm:pt modelId="{8DCA9A13-451F-4EFF-A27E-0D3BD552536F}" type="parTrans" cxnId="{DE79870D-E366-4935-8A14-09A78609F68D}">
      <dgm:prSet/>
      <dgm:spPr/>
      <dgm:t>
        <a:bodyPr/>
        <a:lstStyle/>
        <a:p>
          <a:endParaRPr lang="en-US"/>
        </a:p>
      </dgm:t>
    </dgm:pt>
    <dgm:pt modelId="{81896F6C-5F17-4324-9EF0-15C5687EB242}" type="sibTrans" cxnId="{DE79870D-E366-4935-8A14-09A78609F68D}">
      <dgm:prSet/>
      <dgm:spPr/>
      <dgm:t>
        <a:bodyPr/>
        <a:lstStyle/>
        <a:p>
          <a:endParaRPr lang="en-US"/>
        </a:p>
      </dgm:t>
    </dgm:pt>
    <dgm:pt modelId="{E2E7BC22-B888-4781-8341-092C325D05EE}">
      <dgm:prSet/>
      <dgm:spPr/>
      <dgm:t>
        <a:bodyPr/>
        <a:lstStyle/>
        <a:p>
          <a:r>
            <a:rPr lang="ja-JP" dirty="0"/>
            <a:t>スマートホーム</a:t>
          </a:r>
          <a:r>
            <a:rPr lang="en-US" dirty="0"/>
            <a:t>(</a:t>
          </a:r>
          <a:r>
            <a:rPr lang="ja-JP" dirty="0"/>
            <a:t>ロボット掃除機等</a:t>
          </a:r>
          <a:r>
            <a:rPr lang="en-US" dirty="0"/>
            <a:t>)</a:t>
          </a:r>
        </a:p>
      </dgm:t>
    </dgm:pt>
    <dgm:pt modelId="{236740A3-4050-4455-ABBC-CBD26A6EC9C1}" type="parTrans" cxnId="{D3A71E83-50D2-410F-BACE-BA0E2288BBA1}">
      <dgm:prSet/>
      <dgm:spPr/>
      <dgm:t>
        <a:bodyPr/>
        <a:lstStyle/>
        <a:p>
          <a:endParaRPr lang="en-US"/>
        </a:p>
      </dgm:t>
    </dgm:pt>
    <dgm:pt modelId="{69623B6F-12BD-48E1-9AC3-E94F71ED6CAB}" type="sibTrans" cxnId="{D3A71E83-50D2-410F-BACE-BA0E2288BBA1}">
      <dgm:prSet/>
      <dgm:spPr/>
      <dgm:t>
        <a:bodyPr/>
        <a:lstStyle/>
        <a:p>
          <a:endParaRPr lang="en-US"/>
        </a:p>
      </dgm:t>
    </dgm:pt>
    <dgm:pt modelId="{C5F09DE5-6D36-4437-BDEB-BE105DFFC549}">
      <dgm:prSet/>
      <dgm:spPr/>
      <dgm:t>
        <a:bodyPr/>
        <a:lstStyle/>
        <a:p>
          <a:r>
            <a:rPr lang="ja-JP" dirty="0"/>
            <a:t>スマートシティ</a:t>
          </a:r>
          <a:r>
            <a:rPr lang="en-US" dirty="0"/>
            <a:t>(</a:t>
          </a:r>
          <a:r>
            <a:rPr lang="ja-JP" dirty="0"/>
            <a:t>公共の安全、運輸など</a:t>
          </a:r>
          <a:r>
            <a:rPr lang="en-US" dirty="0"/>
            <a:t>)</a:t>
          </a:r>
        </a:p>
      </dgm:t>
    </dgm:pt>
    <dgm:pt modelId="{13823518-FF23-4A10-9F43-1EF5D597B0E9}" type="parTrans" cxnId="{B211327A-4F45-4A5D-8967-936047F3CFFD}">
      <dgm:prSet/>
      <dgm:spPr/>
      <dgm:t>
        <a:bodyPr/>
        <a:lstStyle/>
        <a:p>
          <a:endParaRPr lang="en-US"/>
        </a:p>
      </dgm:t>
    </dgm:pt>
    <dgm:pt modelId="{F6650E75-5E12-4DA1-97D8-06F1EF221BDB}" type="sibTrans" cxnId="{B211327A-4F45-4A5D-8967-936047F3CFFD}">
      <dgm:prSet/>
      <dgm:spPr/>
      <dgm:t>
        <a:bodyPr/>
        <a:lstStyle/>
        <a:p>
          <a:endParaRPr lang="en-US"/>
        </a:p>
      </dgm:t>
    </dgm:pt>
    <dgm:pt modelId="{F4F75F3C-8060-4BD5-93CB-838DAF871F58}">
      <dgm:prSet/>
      <dgm:spPr/>
      <dgm:t>
        <a:bodyPr/>
        <a:lstStyle/>
        <a:p>
          <a:r>
            <a:rPr kumimoji="1" lang="ja-JP" dirty="0"/>
            <a:t>医療データとの連携</a:t>
          </a:r>
          <a:r>
            <a:rPr kumimoji="1" lang="en-US" dirty="0"/>
            <a:t>(</a:t>
          </a:r>
          <a:r>
            <a:rPr lang="ja-JP" dirty="0"/>
            <a:t>コネクテッドヘルス）</a:t>
          </a:r>
          <a:endParaRPr lang="en-US" dirty="0"/>
        </a:p>
      </dgm:t>
    </dgm:pt>
    <dgm:pt modelId="{25249942-C2C9-48CA-A6B3-3EDD04E0F38F}" type="parTrans" cxnId="{A8547272-1A56-43B5-8897-1BDE6E7320D5}">
      <dgm:prSet/>
      <dgm:spPr/>
      <dgm:t>
        <a:bodyPr/>
        <a:lstStyle/>
        <a:p>
          <a:endParaRPr lang="en-US"/>
        </a:p>
      </dgm:t>
    </dgm:pt>
    <dgm:pt modelId="{D1DF1497-163A-4EB2-91EA-FF3AC82F2CA3}" type="sibTrans" cxnId="{A8547272-1A56-43B5-8897-1BDE6E7320D5}">
      <dgm:prSet/>
      <dgm:spPr/>
      <dgm:t>
        <a:bodyPr/>
        <a:lstStyle/>
        <a:p>
          <a:endParaRPr lang="en-US"/>
        </a:p>
      </dgm:t>
    </dgm:pt>
    <dgm:pt modelId="{55CA3744-8BA5-495D-9CC3-059544AD3F18}" type="pres">
      <dgm:prSet presAssocID="{9F79C695-CBE0-4528-A672-2EB39BC82728}" presName="linear" presStyleCnt="0">
        <dgm:presLayoutVars>
          <dgm:animLvl val="lvl"/>
          <dgm:resizeHandles val="exact"/>
        </dgm:presLayoutVars>
      </dgm:prSet>
      <dgm:spPr/>
    </dgm:pt>
    <dgm:pt modelId="{0B695051-59CA-43EB-8822-CD679A1069EE}" type="pres">
      <dgm:prSet presAssocID="{46612DFB-0664-4BE2-9FE1-31C1C7116CB6}" presName="parentText" presStyleLbl="node1" presStyleIdx="0" presStyleCnt="5">
        <dgm:presLayoutVars>
          <dgm:chMax val="0"/>
          <dgm:bulletEnabled val="1"/>
        </dgm:presLayoutVars>
      </dgm:prSet>
      <dgm:spPr/>
    </dgm:pt>
    <dgm:pt modelId="{BF86E5F6-160E-49C5-B392-DEE14C8D5EA7}" type="pres">
      <dgm:prSet presAssocID="{262BDBAF-0B88-4395-B61C-98E398090D46}" presName="spacer" presStyleCnt="0"/>
      <dgm:spPr/>
    </dgm:pt>
    <dgm:pt modelId="{2FDC9102-02F9-42CD-AF43-534AB058C212}" type="pres">
      <dgm:prSet presAssocID="{C9C6F8DF-7584-47D9-BB76-CF25C5C1FD07}" presName="parentText" presStyleLbl="node1" presStyleIdx="1" presStyleCnt="5">
        <dgm:presLayoutVars>
          <dgm:chMax val="0"/>
          <dgm:bulletEnabled val="1"/>
        </dgm:presLayoutVars>
      </dgm:prSet>
      <dgm:spPr/>
    </dgm:pt>
    <dgm:pt modelId="{A785DF6C-9CCD-4B45-BE53-3626E46BFB0E}" type="pres">
      <dgm:prSet presAssocID="{81896F6C-5F17-4324-9EF0-15C5687EB242}" presName="spacer" presStyleCnt="0"/>
      <dgm:spPr/>
    </dgm:pt>
    <dgm:pt modelId="{0228059C-053B-4F16-987B-4DD73271AA7D}" type="pres">
      <dgm:prSet presAssocID="{E2E7BC22-B888-4781-8341-092C325D05EE}" presName="parentText" presStyleLbl="node1" presStyleIdx="2" presStyleCnt="5">
        <dgm:presLayoutVars>
          <dgm:chMax val="0"/>
          <dgm:bulletEnabled val="1"/>
        </dgm:presLayoutVars>
      </dgm:prSet>
      <dgm:spPr/>
    </dgm:pt>
    <dgm:pt modelId="{EB48DDB2-D976-4C8A-832D-C933A73C3D3D}" type="pres">
      <dgm:prSet presAssocID="{69623B6F-12BD-48E1-9AC3-E94F71ED6CAB}" presName="spacer" presStyleCnt="0"/>
      <dgm:spPr/>
    </dgm:pt>
    <dgm:pt modelId="{0D7A8742-87D1-4C06-8FB1-D0626E4BEECB}" type="pres">
      <dgm:prSet presAssocID="{C5F09DE5-6D36-4437-BDEB-BE105DFFC549}" presName="parentText" presStyleLbl="node1" presStyleIdx="3" presStyleCnt="5">
        <dgm:presLayoutVars>
          <dgm:chMax val="0"/>
          <dgm:bulletEnabled val="1"/>
        </dgm:presLayoutVars>
      </dgm:prSet>
      <dgm:spPr/>
    </dgm:pt>
    <dgm:pt modelId="{6178E164-4E32-4698-B45E-08749A325DC7}" type="pres">
      <dgm:prSet presAssocID="{F6650E75-5E12-4DA1-97D8-06F1EF221BDB}" presName="spacer" presStyleCnt="0"/>
      <dgm:spPr/>
    </dgm:pt>
    <dgm:pt modelId="{DB9A809E-B108-46ED-8CC5-6991A98EAD5D}" type="pres">
      <dgm:prSet presAssocID="{F4F75F3C-8060-4BD5-93CB-838DAF871F58}" presName="parentText" presStyleLbl="node1" presStyleIdx="4" presStyleCnt="5">
        <dgm:presLayoutVars>
          <dgm:chMax val="0"/>
          <dgm:bulletEnabled val="1"/>
        </dgm:presLayoutVars>
      </dgm:prSet>
      <dgm:spPr/>
    </dgm:pt>
  </dgm:ptLst>
  <dgm:cxnLst>
    <dgm:cxn modelId="{DE79870D-E366-4935-8A14-09A78609F68D}" srcId="{9F79C695-CBE0-4528-A672-2EB39BC82728}" destId="{C9C6F8DF-7584-47D9-BB76-CF25C5C1FD07}" srcOrd="1" destOrd="0" parTransId="{8DCA9A13-451F-4EFF-A27E-0D3BD552536F}" sibTransId="{81896F6C-5F17-4324-9EF0-15C5687EB242}"/>
    <dgm:cxn modelId="{1E68E611-E8EE-4ED2-90A4-33DFCB201F50}" srcId="{9F79C695-CBE0-4528-A672-2EB39BC82728}" destId="{46612DFB-0664-4BE2-9FE1-31C1C7116CB6}" srcOrd="0" destOrd="0" parTransId="{0C994B2B-2BE7-4BC3-807D-450CDC032E01}" sibTransId="{262BDBAF-0B88-4395-B61C-98E398090D46}"/>
    <dgm:cxn modelId="{0A8E573C-2915-4D96-9E9A-FAB595B3FEF4}" type="presOf" srcId="{C5F09DE5-6D36-4437-BDEB-BE105DFFC549}" destId="{0D7A8742-87D1-4C06-8FB1-D0626E4BEECB}" srcOrd="0" destOrd="0" presId="urn:microsoft.com/office/officeart/2005/8/layout/vList2"/>
    <dgm:cxn modelId="{FD059E63-6260-467D-B333-6D85D7D681FD}" type="presOf" srcId="{9F79C695-CBE0-4528-A672-2EB39BC82728}" destId="{55CA3744-8BA5-495D-9CC3-059544AD3F18}" srcOrd="0" destOrd="0" presId="urn:microsoft.com/office/officeart/2005/8/layout/vList2"/>
    <dgm:cxn modelId="{A8547272-1A56-43B5-8897-1BDE6E7320D5}" srcId="{9F79C695-CBE0-4528-A672-2EB39BC82728}" destId="{F4F75F3C-8060-4BD5-93CB-838DAF871F58}" srcOrd="4" destOrd="0" parTransId="{25249942-C2C9-48CA-A6B3-3EDD04E0F38F}" sibTransId="{D1DF1497-163A-4EB2-91EA-FF3AC82F2CA3}"/>
    <dgm:cxn modelId="{B211327A-4F45-4A5D-8967-936047F3CFFD}" srcId="{9F79C695-CBE0-4528-A672-2EB39BC82728}" destId="{C5F09DE5-6D36-4437-BDEB-BE105DFFC549}" srcOrd="3" destOrd="0" parTransId="{13823518-FF23-4A10-9F43-1EF5D597B0E9}" sibTransId="{F6650E75-5E12-4DA1-97D8-06F1EF221BDB}"/>
    <dgm:cxn modelId="{D3A71E83-50D2-410F-BACE-BA0E2288BBA1}" srcId="{9F79C695-CBE0-4528-A672-2EB39BC82728}" destId="{E2E7BC22-B888-4781-8341-092C325D05EE}" srcOrd="2" destOrd="0" parTransId="{236740A3-4050-4455-ABBC-CBD26A6EC9C1}" sibTransId="{69623B6F-12BD-48E1-9AC3-E94F71ED6CAB}"/>
    <dgm:cxn modelId="{F5DC6594-331D-42C2-811A-2A995722CFB6}" type="presOf" srcId="{F4F75F3C-8060-4BD5-93CB-838DAF871F58}" destId="{DB9A809E-B108-46ED-8CC5-6991A98EAD5D}" srcOrd="0" destOrd="0" presId="urn:microsoft.com/office/officeart/2005/8/layout/vList2"/>
    <dgm:cxn modelId="{B4CB469D-5644-4148-89E0-83BFD1BA7F94}" type="presOf" srcId="{E2E7BC22-B888-4781-8341-092C325D05EE}" destId="{0228059C-053B-4F16-987B-4DD73271AA7D}" srcOrd="0" destOrd="0" presId="urn:microsoft.com/office/officeart/2005/8/layout/vList2"/>
    <dgm:cxn modelId="{DA6D7FE3-F839-4331-958B-B611B83B8E89}" type="presOf" srcId="{46612DFB-0664-4BE2-9FE1-31C1C7116CB6}" destId="{0B695051-59CA-43EB-8822-CD679A1069EE}" srcOrd="0" destOrd="0" presId="urn:microsoft.com/office/officeart/2005/8/layout/vList2"/>
    <dgm:cxn modelId="{216DECF8-F384-4111-B3B3-DDBCFDA895AF}" type="presOf" srcId="{C9C6F8DF-7584-47D9-BB76-CF25C5C1FD07}" destId="{2FDC9102-02F9-42CD-AF43-534AB058C212}" srcOrd="0" destOrd="0" presId="urn:microsoft.com/office/officeart/2005/8/layout/vList2"/>
    <dgm:cxn modelId="{EB3AFC9D-3AC5-4586-935D-967DB53C2E6F}" type="presParOf" srcId="{55CA3744-8BA5-495D-9CC3-059544AD3F18}" destId="{0B695051-59CA-43EB-8822-CD679A1069EE}" srcOrd="0" destOrd="0" presId="urn:microsoft.com/office/officeart/2005/8/layout/vList2"/>
    <dgm:cxn modelId="{84847717-556D-4004-BA6F-16547B4510EB}" type="presParOf" srcId="{55CA3744-8BA5-495D-9CC3-059544AD3F18}" destId="{BF86E5F6-160E-49C5-B392-DEE14C8D5EA7}" srcOrd="1" destOrd="0" presId="urn:microsoft.com/office/officeart/2005/8/layout/vList2"/>
    <dgm:cxn modelId="{B6740C56-6D12-4C50-A5EE-C2F329D6E3BE}" type="presParOf" srcId="{55CA3744-8BA5-495D-9CC3-059544AD3F18}" destId="{2FDC9102-02F9-42CD-AF43-534AB058C212}" srcOrd="2" destOrd="0" presId="urn:microsoft.com/office/officeart/2005/8/layout/vList2"/>
    <dgm:cxn modelId="{7D23A1A1-53A4-4D9B-9728-271CC7465AD7}" type="presParOf" srcId="{55CA3744-8BA5-495D-9CC3-059544AD3F18}" destId="{A785DF6C-9CCD-4B45-BE53-3626E46BFB0E}" srcOrd="3" destOrd="0" presId="urn:microsoft.com/office/officeart/2005/8/layout/vList2"/>
    <dgm:cxn modelId="{F0CA82DA-61C9-42C7-97E6-9EB8C488776B}" type="presParOf" srcId="{55CA3744-8BA5-495D-9CC3-059544AD3F18}" destId="{0228059C-053B-4F16-987B-4DD73271AA7D}" srcOrd="4" destOrd="0" presId="urn:microsoft.com/office/officeart/2005/8/layout/vList2"/>
    <dgm:cxn modelId="{B154CC4D-405D-4990-B81E-5E6426B218D3}" type="presParOf" srcId="{55CA3744-8BA5-495D-9CC3-059544AD3F18}" destId="{EB48DDB2-D976-4C8A-832D-C933A73C3D3D}" srcOrd="5" destOrd="0" presId="urn:microsoft.com/office/officeart/2005/8/layout/vList2"/>
    <dgm:cxn modelId="{0BCF19D3-7D42-47E8-89CA-25B046EE34EA}" type="presParOf" srcId="{55CA3744-8BA5-495D-9CC3-059544AD3F18}" destId="{0D7A8742-87D1-4C06-8FB1-D0626E4BEECB}" srcOrd="6" destOrd="0" presId="urn:microsoft.com/office/officeart/2005/8/layout/vList2"/>
    <dgm:cxn modelId="{3E4E211C-CE0C-4D81-A0B2-8469714BE0A9}" type="presParOf" srcId="{55CA3744-8BA5-495D-9CC3-059544AD3F18}" destId="{6178E164-4E32-4698-B45E-08749A325DC7}" srcOrd="7" destOrd="0" presId="urn:microsoft.com/office/officeart/2005/8/layout/vList2"/>
    <dgm:cxn modelId="{7C97AEAD-8216-4C9C-A065-EE84454FB8ED}" type="presParOf" srcId="{55CA3744-8BA5-495D-9CC3-059544AD3F18}" destId="{DB9A809E-B108-46ED-8CC5-6991A98EAD5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FD73788-5CE0-4094-8DFA-122D17C7ED11}"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FFF01F8F-B0EE-46BD-9921-5253F4AE6A0F}">
      <dgm:prSet/>
      <dgm:spPr/>
      <dgm:t>
        <a:bodyPr/>
        <a:lstStyle/>
        <a:p>
          <a:r>
            <a:rPr kumimoji="1" lang="ja-JP" dirty="0"/>
            <a:t>設計の難しさ</a:t>
          </a:r>
          <a:endParaRPr lang="en-US" dirty="0"/>
        </a:p>
      </dgm:t>
    </dgm:pt>
    <dgm:pt modelId="{F8D5BABE-0A5B-46E9-8191-CEAD5DD66EFB}" type="parTrans" cxnId="{3D52E12F-74C2-4794-AC49-21EE9BA71006}">
      <dgm:prSet/>
      <dgm:spPr/>
      <dgm:t>
        <a:bodyPr/>
        <a:lstStyle/>
        <a:p>
          <a:endParaRPr lang="en-US"/>
        </a:p>
      </dgm:t>
    </dgm:pt>
    <dgm:pt modelId="{3D9016D2-8770-4A8B-94D9-D010789477B4}" type="sibTrans" cxnId="{3D52E12F-74C2-4794-AC49-21EE9BA71006}">
      <dgm:prSet/>
      <dgm:spPr/>
      <dgm:t>
        <a:bodyPr/>
        <a:lstStyle/>
        <a:p>
          <a:endParaRPr lang="en-US"/>
        </a:p>
      </dgm:t>
    </dgm:pt>
    <dgm:pt modelId="{A460FCB9-A11C-4194-8001-CB68287AA82C}">
      <dgm:prSet/>
      <dgm:spPr/>
      <dgm:t>
        <a:bodyPr/>
        <a:lstStyle/>
        <a:p>
          <a:r>
            <a:rPr kumimoji="1" lang="ja-JP" dirty="0"/>
            <a:t>サービス管理</a:t>
          </a:r>
          <a:r>
            <a:rPr kumimoji="1" lang="en-US" dirty="0"/>
            <a:t>(</a:t>
          </a:r>
          <a:r>
            <a:rPr kumimoji="1" lang="ja-JP" dirty="0"/>
            <a:t>差別化、拡張性、分離、信頼性</a:t>
          </a:r>
          <a:r>
            <a:rPr kumimoji="1" lang="en-US" dirty="0"/>
            <a:t>)</a:t>
          </a:r>
          <a:endParaRPr lang="en-US" dirty="0"/>
        </a:p>
      </dgm:t>
    </dgm:pt>
    <dgm:pt modelId="{6454F1AA-0868-4BE3-B985-30977341183E}" type="parTrans" cxnId="{586687EE-7BC2-4723-9685-5B50EDCBEDB4}">
      <dgm:prSet/>
      <dgm:spPr/>
      <dgm:t>
        <a:bodyPr/>
        <a:lstStyle/>
        <a:p>
          <a:endParaRPr lang="en-US"/>
        </a:p>
      </dgm:t>
    </dgm:pt>
    <dgm:pt modelId="{E149EFD7-CA0C-49C0-BE74-6D6942194104}" type="sibTrans" cxnId="{586687EE-7BC2-4723-9685-5B50EDCBEDB4}">
      <dgm:prSet/>
      <dgm:spPr/>
      <dgm:t>
        <a:bodyPr/>
        <a:lstStyle/>
        <a:p>
          <a:endParaRPr lang="en-US"/>
        </a:p>
      </dgm:t>
    </dgm:pt>
    <dgm:pt modelId="{44E87A8B-C31E-4BD8-8209-4589E07F453B}">
      <dgm:prSet/>
      <dgm:spPr/>
      <dgm:t>
        <a:bodyPr/>
        <a:lstStyle/>
        <a:p>
          <a:r>
            <a:rPr lang="ja-JP" dirty="0"/>
            <a:t>プライバシー</a:t>
          </a:r>
          <a:r>
            <a:rPr lang="en-US" dirty="0"/>
            <a:t>,</a:t>
          </a:r>
          <a:r>
            <a:rPr lang="ja-JP" dirty="0"/>
            <a:t>セキュリティ</a:t>
          </a:r>
          <a:endParaRPr lang="en-US" dirty="0"/>
        </a:p>
      </dgm:t>
    </dgm:pt>
    <dgm:pt modelId="{858E9AD1-6D2C-430C-B952-D3D2731AADB6}" type="parTrans" cxnId="{CDB8F972-8A8D-44DB-9AC7-6DC2B99AC40D}">
      <dgm:prSet/>
      <dgm:spPr/>
      <dgm:t>
        <a:bodyPr/>
        <a:lstStyle/>
        <a:p>
          <a:endParaRPr lang="en-US"/>
        </a:p>
      </dgm:t>
    </dgm:pt>
    <dgm:pt modelId="{A4893074-B903-4318-8FAD-8C4D871BA02B}" type="sibTrans" cxnId="{CDB8F972-8A8D-44DB-9AC7-6DC2B99AC40D}">
      <dgm:prSet/>
      <dgm:spPr/>
      <dgm:t>
        <a:bodyPr/>
        <a:lstStyle/>
        <a:p>
          <a:endParaRPr lang="en-US"/>
        </a:p>
      </dgm:t>
    </dgm:pt>
    <dgm:pt modelId="{313D791C-64E7-4F6B-92E8-E50BA2F9DB16}">
      <dgm:prSet/>
      <dgm:spPr/>
      <dgm:t>
        <a:bodyPr/>
        <a:lstStyle/>
        <a:p>
          <a:r>
            <a:rPr lang="ja-JP" dirty="0"/>
            <a:t>ワークロードの割り当て</a:t>
          </a:r>
          <a:endParaRPr lang="en-US" dirty="0"/>
        </a:p>
      </dgm:t>
    </dgm:pt>
    <dgm:pt modelId="{24B10FEC-806B-472D-99A3-336F9B51EFD8}" type="parTrans" cxnId="{418F4450-5F2E-4455-9E08-FF72519412AA}">
      <dgm:prSet/>
      <dgm:spPr/>
      <dgm:t>
        <a:bodyPr/>
        <a:lstStyle/>
        <a:p>
          <a:endParaRPr lang="en-US"/>
        </a:p>
      </dgm:t>
    </dgm:pt>
    <dgm:pt modelId="{554E9C1F-88FC-4A63-8DCF-DFAC942CBCCC}" type="sibTrans" cxnId="{418F4450-5F2E-4455-9E08-FF72519412AA}">
      <dgm:prSet/>
      <dgm:spPr/>
      <dgm:t>
        <a:bodyPr/>
        <a:lstStyle/>
        <a:p>
          <a:endParaRPr lang="en-US"/>
        </a:p>
      </dgm:t>
    </dgm:pt>
    <dgm:pt modelId="{31037CF9-2DFD-483D-9399-5E91274D9D47}" type="pres">
      <dgm:prSet presAssocID="{CFD73788-5CE0-4094-8DFA-122D17C7ED11}" presName="hierChild1" presStyleCnt="0">
        <dgm:presLayoutVars>
          <dgm:chPref val="1"/>
          <dgm:dir/>
          <dgm:animOne val="branch"/>
          <dgm:animLvl val="lvl"/>
          <dgm:resizeHandles/>
        </dgm:presLayoutVars>
      </dgm:prSet>
      <dgm:spPr/>
    </dgm:pt>
    <dgm:pt modelId="{3CDC6A52-8058-4FC7-A80A-0A5A2C463496}" type="pres">
      <dgm:prSet presAssocID="{FFF01F8F-B0EE-46BD-9921-5253F4AE6A0F}" presName="hierRoot1" presStyleCnt="0"/>
      <dgm:spPr/>
    </dgm:pt>
    <dgm:pt modelId="{7816FCA1-0A80-4393-9EEA-2C51C6A695ED}" type="pres">
      <dgm:prSet presAssocID="{FFF01F8F-B0EE-46BD-9921-5253F4AE6A0F}" presName="composite" presStyleCnt="0"/>
      <dgm:spPr/>
    </dgm:pt>
    <dgm:pt modelId="{ADC2B61F-D992-4950-A361-10F38860AE4E}" type="pres">
      <dgm:prSet presAssocID="{FFF01F8F-B0EE-46BD-9921-5253F4AE6A0F}" presName="background" presStyleLbl="node0" presStyleIdx="0" presStyleCnt="4"/>
      <dgm:spPr/>
    </dgm:pt>
    <dgm:pt modelId="{70F2CB6E-0018-465B-8E22-04AD2904C2CC}" type="pres">
      <dgm:prSet presAssocID="{FFF01F8F-B0EE-46BD-9921-5253F4AE6A0F}" presName="text" presStyleLbl="fgAcc0" presStyleIdx="0" presStyleCnt="4">
        <dgm:presLayoutVars>
          <dgm:chPref val="3"/>
        </dgm:presLayoutVars>
      </dgm:prSet>
      <dgm:spPr/>
    </dgm:pt>
    <dgm:pt modelId="{3C780DEA-D9C5-4E7A-977D-8957E58C5217}" type="pres">
      <dgm:prSet presAssocID="{FFF01F8F-B0EE-46BD-9921-5253F4AE6A0F}" presName="hierChild2" presStyleCnt="0"/>
      <dgm:spPr/>
    </dgm:pt>
    <dgm:pt modelId="{C8599EAF-CAA1-4483-909C-65CD7F870192}" type="pres">
      <dgm:prSet presAssocID="{A460FCB9-A11C-4194-8001-CB68287AA82C}" presName="hierRoot1" presStyleCnt="0"/>
      <dgm:spPr/>
    </dgm:pt>
    <dgm:pt modelId="{6F2232C4-EE15-40D9-8B24-13C00DF6767D}" type="pres">
      <dgm:prSet presAssocID="{A460FCB9-A11C-4194-8001-CB68287AA82C}" presName="composite" presStyleCnt="0"/>
      <dgm:spPr/>
    </dgm:pt>
    <dgm:pt modelId="{3A953E2C-C996-462B-8497-8A1A712BB8EB}" type="pres">
      <dgm:prSet presAssocID="{A460FCB9-A11C-4194-8001-CB68287AA82C}" presName="background" presStyleLbl="node0" presStyleIdx="1" presStyleCnt="4"/>
      <dgm:spPr/>
    </dgm:pt>
    <dgm:pt modelId="{901B89B6-055F-4F96-B3B0-102AE86C05DA}" type="pres">
      <dgm:prSet presAssocID="{A460FCB9-A11C-4194-8001-CB68287AA82C}" presName="text" presStyleLbl="fgAcc0" presStyleIdx="1" presStyleCnt="4">
        <dgm:presLayoutVars>
          <dgm:chPref val="3"/>
        </dgm:presLayoutVars>
      </dgm:prSet>
      <dgm:spPr/>
    </dgm:pt>
    <dgm:pt modelId="{A546426A-344B-445D-B624-6BC78CE8A5EC}" type="pres">
      <dgm:prSet presAssocID="{A460FCB9-A11C-4194-8001-CB68287AA82C}" presName="hierChild2" presStyleCnt="0"/>
      <dgm:spPr/>
    </dgm:pt>
    <dgm:pt modelId="{C98454AA-FE55-41A8-89D1-C557F7DFFF20}" type="pres">
      <dgm:prSet presAssocID="{44E87A8B-C31E-4BD8-8209-4589E07F453B}" presName="hierRoot1" presStyleCnt="0"/>
      <dgm:spPr/>
    </dgm:pt>
    <dgm:pt modelId="{8FBFEB88-ACA5-41B2-AAC0-BDD7BE25FBC8}" type="pres">
      <dgm:prSet presAssocID="{44E87A8B-C31E-4BD8-8209-4589E07F453B}" presName="composite" presStyleCnt="0"/>
      <dgm:spPr/>
    </dgm:pt>
    <dgm:pt modelId="{5024662A-EC33-4341-96E0-3A195FB194E6}" type="pres">
      <dgm:prSet presAssocID="{44E87A8B-C31E-4BD8-8209-4589E07F453B}" presName="background" presStyleLbl="node0" presStyleIdx="2" presStyleCnt="4"/>
      <dgm:spPr/>
    </dgm:pt>
    <dgm:pt modelId="{A594FA07-C6C6-4F5F-8EA4-8E9D245AA119}" type="pres">
      <dgm:prSet presAssocID="{44E87A8B-C31E-4BD8-8209-4589E07F453B}" presName="text" presStyleLbl="fgAcc0" presStyleIdx="2" presStyleCnt="4">
        <dgm:presLayoutVars>
          <dgm:chPref val="3"/>
        </dgm:presLayoutVars>
      </dgm:prSet>
      <dgm:spPr/>
    </dgm:pt>
    <dgm:pt modelId="{88DA65D2-682F-4BF7-A84F-D8C7E1B90F1A}" type="pres">
      <dgm:prSet presAssocID="{44E87A8B-C31E-4BD8-8209-4589E07F453B}" presName="hierChild2" presStyleCnt="0"/>
      <dgm:spPr/>
    </dgm:pt>
    <dgm:pt modelId="{A3F4339E-A6C4-4AF9-B049-C58DC937E9F7}" type="pres">
      <dgm:prSet presAssocID="{313D791C-64E7-4F6B-92E8-E50BA2F9DB16}" presName="hierRoot1" presStyleCnt="0"/>
      <dgm:spPr/>
    </dgm:pt>
    <dgm:pt modelId="{16213735-63A4-46C5-BC62-2D5613D82B6A}" type="pres">
      <dgm:prSet presAssocID="{313D791C-64E7-4F6B-92E8-E50BA2F9DB16}" presName="composite" presStyleCnt="0"/>
      <dgm:spPr/>
    </dgm:pt>
    <dgm:pt modelId="{4280E87C-7319-445F-A782-E1EE9DD2279B}" type="pres">
      <dgm:prSet presAssocID="{313D791C-64E7-4F6B-92E8-E50BA2F9DB16}" presName="background" presStyleLbl="node0" presStyleIdx="3" presStyleCnt="4"/>
      <dgm:spPr/>
    </dgm:pt>
    <dgm:pt modelId="{5DB903C9-5744-4876-937D-11F043B62128}" type="pres">
      <dgm:prSet presAssocID="{313D791C-64E7-4F6B-92E8-E50BA2F9DB16}" presName="text" presStyleLbl="fgAcc0" presStyleIdx="3" presStyleCnt="4">
        <dgm:presLayoutVars>
          <dgm:chPref val="3"/>
        </dgm:presLayoutVars>
      </dgm:prSet>
      <dgm:spPr/>
    </dgm:pt>
    <dgm:pt modelId="{1D284458-3112-4154-B477-F1113C2A57B8}" type="pres">
      <dgm:prSet presAssocID="{313D791C-64E7-4F6B-92E8-E50BA2F9DB16}" presName="hierChild2" presStyleCnt="0"/>
      <dgm:spPr/>
    </dgm:pt>
  </dgm:ptLst>
  <dgm:cxnLst>
    <dgm:cxn modelId="{8F71A327-210A-4117-83F2-73E3668B5AA5}" type="presOf" srcId="{44E87A8B-C31E-4BD8-8209-4589E07F453B}" destId="{A594FA07-C6C6-4F5F-8EA4-8E9D245AA119}" srcOrd="0" destOrd="0" presId="urn:microsoft.com/office/officeart/2005/8/layout/hierarchy1"/>
    <dgm:cxn modelId="{3D52E12F-74C2-4794-AC49-21EE9BA71006}" srcId="{CFD73788-5CE0-4094-8DFA-122D17C7ED11}" destId="{FFF01F8F-B0EE-46BD-9921-5253F4AE6A0F}" srcOrd="0" destOrd="0" parTransId="{F8D5BABE-0A5B-46E9-8191-CEAD5DD66EFB}" sibTransId="{3D9016D2-8770-4A8B-94D9-D010789477B4}"/>
    <dgm:cxn modelId="{4F77EE5D-C34E-4E93-838F-1130208F334F}" type="presOf" srcId="{FFF01F8F-B0EE-46BD-9921-5253F4AE6A0F}" destId="{70F2CB6E-0018-465B-8E22-04AD2904C2CC}" srcOrd="0" destOrd="0" presId="urn:microsoft.com/office/officeart/2005/8/layout/hierarchy1"/>
    <dgm:cxn modelId="{1A50A366-760A-4479-9E6D-76B4AAB7955C}" type="presOf" srcId="{313D791C-64E7-4F6B-92E8-E50BA2F9DB16}" destId="{5DB903C9-5744-4876-937D-11F043B62128}" srcOrd="0" destOrd="0" presId="urn:microsoft.com/office/officeart/2005/8/layout/hierarchy1"/>
    <dgm:cxn modelId="{BB76166A-ACC4-462E-8EA7-3DF5E85A9B85}" type="presOf" srcId="{A460FCB9-A11C-4194-8001-CB68287AA82C}" destId="{901B89B6-055F-4F96-B3B0-102AE86C05DA}" srcOrd="0" destOrd="0" presId="urn:microsoft.com/office/officeart/2005/8/layout/hierarchy1"/>
    <dgm:cxn modelId="{418F4450-5F2E-4455-9E08-FF72519412AA}" srcId="{CFD73788-5CE0-4094-8DFA-122D17C7ED11}" destId="{313D791C-64E7-4F6B-92E8-E50BA2F9DB16}" srcOrd="3" destOrd="0" parTransId="{24B10FEC-806B-472D-99A3-336F9B51EFD8}" sibTransId="{554E9C1F-88FC-4A63-8DCF-DFAC942CBCCC}"/>
    <dgm:cxn modelId="{CDB8F972-8A8D-44DB-9AC7-6DC2B99AC40D}" srcId="{CFD73788-5CE0-4094-8DFA-122D17C7ED11}" destId="{44E87A8B-C31E-4BD8-8209-4589E07F453B}" srcOrd="2" destOrd="0" parTransId="{858E9AD1-6D2C-430C-B952-D3D2731AADB6}" sibTransId="{A4893074-B903-4318-8FAD-8C4D871BA02B}"/>
    <dgm:cxn modelId="{3C55B9ED-2260-43D7-A220-0C18B819C87B}" type="presOf" srcId="{CFD73788-5CE0-4094-8DFA-122D17C7ED11}" destId="{31037CF9-2DFD-483D-9399-5E91274D9D47}" srcOrd="0" destOrd="0" presId="urn:microsoft.com/office/officeart/2005/8/layout/hierarchy1"/>
    <dgm:cxn modelId="{586687EE-7BC2-4723-9685-5B50EDCBEDB4}" srcId="{CFD73788-5CE0-4094-8DFA-122D17C7ED11}" destId="{A460FCB9-A11C-4194-8001-CB68287AA82C}" srcOrd="1" destOrd="0" parTransId="{6454F1AA-0868-4BE3-B985-30977341183E}" sibTransId="{E149EFD7-CA0C-49C0-BE74-6D6942194104}"/>
    <dgm:cxn modelId="{AE215851-18C9-424F-BB59-8F6281DDCEAF}" type="presParOf" srcId="{31037CF9-2DFD-483D-9399-5E91274D9D47}" destId="{3CDC6A52-8058-4FC7-A80A-0A5A2C463496}" srcOrd="0" destOrd="0" presId="urn:microsoft.com/office/officeart/2005/8/layout/hierarchy1"/>
    <dgm:cxn modelId="{F0EFA16F-A67D-4525-9E82-576E17B8FCCF}" type="presParOf" srcId="{3CDC6A52-8058-4FC7-A80A-0A5A2C463496}" destId="{7816FCA1-0A80-4393-9EEA-2C51C6A695ED}" srcOrd="0" destOrd="0" presId="urn:microsoft.com/office/officeart/2005/8/layout/hierarchy1"/>
    <dgm:cxn modelId="{A8E47817-C726-4BCA-9717-5969BEDE22FC}" type="presParOf" srcId="{7816FCA1-0A80-4393-9EEA-2C51C6A695ED}" destId="{ADC2B61F-D992-4950-A361-10F38860AE4E}" srcOrd="0" destOrd="0" presId="urn:microsoft.com/office/officeart/2005/8/layout/hierarchy1"/>
    <dgm:cxn modelId="{1C62A2ED-96FD-457B-86EF-BA9B0E25DB76}" type="presParOf" srcId="{7816FCA1-0A80-4393-9EEA-2C51C6A695ED}" destId="{70F2CB6E-0018-465B-8E22-04AD2904C2CC}" srcOrd="1" destOrd="0" presId="urn:microsoft.com/office/officeart/2005/8/layout/hierarchy1"/>
    <dgm:cxn modelId="{1033B7B2-20C9-432C-96B5-85547E767E88}" type="presParOf" srcId="{3CDC6A52-8058-4FC7-A80A-0A5A2C463496}" destId="{3C780DEA-D9C5-4E7A-977D-8957E58C5217}" srcOrd="1" destOrd="0" presId="urn:microsoft.com/office/officeart/2005/8/layout/hierarchy1"/>
    <dgm:cxn modelId="{26E18641-517C-4FF2-9A7B-A88B8EE23DA9}" type="presParOf" srcId="{31037CF9-2DFD-483D-9399-5E91274D9D47}" destId="{C8599EAF-CAA1-4483-909C-65CD7F870192}" srcOrd="1" destOrd="0" presId="urn:microsoft.com/office/officeart/2005/8/layout/hierarchy1"/>
    <dgm:cxn modelId="{13F6BD83-F0D1-4F5C-8A25-47D4300AF6B0}" type="presParOf" srcId="{C8599EAF-CAA1-4483-909C-65CD7F870192}" destId="{6F2232C4-EE15-40D9-8B24-13C00DF6767D}" srcOrd="0" destOrd="0" presId="urn:microsoft.com/office/officeart/2005/8/layout/hierarchy1"/>
    <dgm:cxn modelId="{5C78EA02-9220-4BC0-BA90-689CBD3C624F}" type="presParOf" srcId="{6F2232C4-EE15-40D9-8B24-13C00DF6767D}" destId="{3A953E2C-C996-462B-8497-8A1A712BB8EB}" srcOrd="0" destOrd="0" presId="urn:microsoft.com/office/officeart/2005/8/layout/hierarchy1"/>
    <dgm:cxn modelId="{82BD54B8-C26B-4C00-83A0-02A366684A93}" type="presParOf" srcId="{6F2232C4-EE15-40D9-8B24-13C00DF6767D}" destId="{901B89B6-055F-4F96-B3B0-102AE86C05DA}" srcOrd="1" destOrd="0" presId="urn:microsoft.com/office/officeart/2005/8/layout/hierarchy1"/>
    <dgm:cxn modelId="{1B3A515B-EB67-4744-A160-8784D3F3FADD}" type="presParOf" srcId="{C8599EAF-CAA1-4483-909C-65CD7F870192}" destId="{A546426A-344B-445D-B624-6BC78CE8A5EC}" srcOrd="1" destOrd="0" presId="urn:microsoft.com/office/officeart/2005/8/layout/hierarchy1"/>
    <dgm:cxn modelId="{27FD30F6-091E-4F35-B5FA-B886935AC8A9}" type="presParOf" srcId="{31037CF9-2DFD-483D-9399-5E91274D9D47}" destId="{C98454AA-FE55-41A8-89D1-C557F7DFFF20}" srcOrd="2" destOrd="0" presId="urn:microsoft.com/office/officeart/2005/8/layout/hierarchy1"/>
    <dgm:cxn modelId="{18178AE0-8D83-43E0-B627-93AAA7DD403E}" type="presParOf" srcId="{C98454AA-FE55-41A8-89D1-C557F7DFFF20}" destId="{8FBFEB88-ACA5-41B2-AAC0-BDD7BE25FBC8}" srcOrd="0" destOrd="0" presId="urn:microsoft.com/office/officeart/2005/8/layout/hierarchy1"/>
    <dgm:cxn modelId="{F9B1B7D6-0934-4BC6-AA46-674FA438CA1E}" type="presParOf" srcId="{8FBFEB88-ACA5-41B2-AAC0-BDD7BE25FBC8}" destId="{5024662A-EC33-4341-96E0-3A195FB194E6}" srcOrd="0" destOrd="0" presId="urn:microsoft.com/office/officeart/2005/8/layout/hierarchy1"/>
    <dgm:cxn modelId="{CD15CD28-E3F7-4207-8C0A-2D4D0F3B1AC0}" type="presParOf" srcId="{8FBFEB88-ACA5-41B2-AAC0-BDD7BE25FBC8}" destId="{A594FA07-C6C6-4F5F-8EA4-8E9D245AA119}" srcOrd="1" destOrd="0" presId="urn:microsoft.com/office/officeart/2005/8/layout/hierarchy1"/>
    <dgm:cxn modelId="{A505E839-A400-4785-A872-B35D7FD2D48F}" type="presParOf" srcId="{C98454AA-FE55-41A8-89D1-C557F7DFFF20}" destId="{88DA65D2-682F-4BF7-A84F-D8C7E1B90F1A}" srcOrd="1" destOrd="0" presId="urn:microsoft.com/office/officeart/2005/8/layout/hierarchy1"/>
    <dgm:cxn modelId="{F6D935E5-D0DA-407F-93C2-5556A31D359C}" type="presParOf" srcId="{31037CF9-2DFD-483D-9399-5E91274D9D47}" destId="{A3F4339E-A6C4-4AF9-B049-C58DC937E9F7}" srcOrd="3" destOrd="0" presId="urn:microsoft.com/office/officeart/2005/8/layout/hierarchy1"/>
    <dgm:cxn modelId="{BCB1038A-47CC-4C72-94BE-6245F00AE4A7}" type="presParOf" srcId="{A3F4339E-A6C4-4AF9-B049-C58DC937E9F7}" destId="{16213735-63A4-46C5-BC62-2D5613D82B6A}" srcOrd="0" destOrd="0" presId="urn:microsoft.com/office/officeart/2005/8/layout/hierarchy1"/>
    <dgm:cxn modelId="{F41A02F7-944D-4B3E-B9B9-6A797333643A}" type="presParOf" srcId="{16213735-63A4-46C5-BC62-2D5613D82B6A}" destId="{4280E87C-7319-445F-A782-E1EE9DD2279B}" srcOrd="0" destOrd="0" presId="urn:microsoft.com/office/officeart/2005/8/layout/hierarchy1"/>
    <dgm:cxn modelId="{C64FD18C-51A4-4FD5-822C-8C731323D484}" type="presParOf" srcId="{16213735-63A4-46C5-BC62-2D5613D82B6A}" destId="{5DB903C9-5744-4876-937D-11F043B62128}" srcOrd="1" destOrd="0" presId="urn:microsoft.com/office/officeart/2005/8/layout/hierarchy1"/>
    <dgm:cxn modelId="{B2AAFF9D-CE72-4ED9-9DD8-09BF497D4B34}" type="presParOf" srcId="{A3F4339E-A6C4-4AF9-B049-C58DC937E9F7}" destId="{1D284458-3112-4154-B477-F1113C2A57B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2BA5787-0986-43F0-87DE-2A838F4D9505}" type="doc">
      <dgm:prSet loTypeId="urn:microsoft.com/office/officeart/2005/8/layout/cycle6" loCatId="cycle" qsTypeId="urn:microsoft.com/office/officeart/2005/8/quickstyle/simple1" qsCatId="simple" csTypeId="urn:microsoft.com/office/officeart/2005/8/colors/colorful1" csCatId="colorful" phldr="1"/>
      <dgm:spPr/>
      <dgm:t>
        <a:bodyPr/>
        <a:lstStyle/>
        <a:p>
          <a:endParaRPr lang="en-US"/>
        </a:p>
      </dgm:t>
    </dgm:pt>
    <dgm:pt modelId="{D6A0512D-634A-488D-8B44-0EA1B0CED2A6}">
      <dgm:prSet/>
      <dgm:spPr/>
      <dgm:t>
        <a:bodyPr/>
        <a:lstStyle/>
        <a:p>
          <a:r>
            <a:rPr lang="ja-JP" dirty="0"/>
            <a:t>クラウドゲーム市場が拡大</a:t>
          </a:r>
          <a:endParaRPr lang="en-US" dirty="0"/>
        </a:p>
      </dgm:t>
    </dgm:pt>
    <dgm:pt modelId="{4332B2E3-2819-4689-81AA-3469D35A99E6}" type="parTrans" cxnId="{5A0E819A-36BC-47F1-A325-1483A478746B}">
      <dgm:prSet/>
      <dgm:spPr/>
      <dgm:t>
        <a:bodyPr/>
        <a:lstStyle/>
        <a:p>
          <a:endParaRPr lang="en-US"/>
        </a:p>
      </dgm:t>
    </dgm:pt>
    <dgm:pt modelId="{BFE88D1D-9D23-4AEE-B405-191D517F984A}" type="sibTrans" cxnId="{5A0E819A-36BC-47F1-A325-1483A478746B}">
      <dgm:prSet/>
      <dgm:spPr/>
      <dgm:t>
        <a:bodyPr/>
        <a:lstStyle/>
        <a:p>
          <a:endParaRPr lang="en-US"/>
        </a:p>
      </dgm:t>
    </dgm:pt>
    <dgm:pt modelId="{C893EE37-777A-4BA3-8199-8AFB7EEE3246}">
      <dgm:prSet/>
      <dgm:spPr/>
      <dgm:t>
        <a:bodyPr/>
        <a:lstStyle/>
        <a:p>
          <a:r>
            <a:rPr lang="ja-JP" dirty="0"/>
            <a:t>低コストで誰で</a:t>
          </a:r>
          <a:r>
            <a:rPr lang="ja-JP" altLang="en-US" dirty="0"/>
            <a:t>も</a:t>
          </a:r>
          <a:r>
            <a:rPr lang="ja-JP" dirty="0"/>
            <a:t>できる</a:t>
          </a:r>
          <a:endParaRPr lang="en-US" dirty="0"/>
        </a:p>
      </dgm:t>
    </dgm:pt>
    <dgm:pt modelId="{835FB671-235E-46AE-BBA7-C0EA23E85906}" type="parTrans" cxnId="{A21A83E8-8926-4DA2-B8A0-4BFC27717F05}">
      <dgm:prSet/>
      <dgm:spPr/>
      <dgm:t>
        <a:bodyPr/>
        <a:lstStyle/>
        <a:p>
          <a:endParaRPr lang="en-US"/>
        </a:p>
      </dgm:t>
    </dgm:pt>
    <dgm:pt modelId="{880C583B-11EC-4E2F-AAC4-50B64F8979DF}" type="sibTrans" cxnId="{A21A83E8-8926-4DA2-B8A0-4BFC27717F05}">
      <dgm:prSet/>
      <dgm:spPr/>
      <dgm:t>
        <a:bodyPr/>
        <a:lstStyle/>
        <a:p>
          <a:endParaRPr lang="en-US"/>
        </a:p>
      </dgm:t>
    </dgm:pt>
    <dgm:pt modelId="{B0B7C5A7-F85F-4883-B280-411F58E805CB}" type="pres">
      <dgm:prSet presAssocID="{D2BA5787-0986-43F0-87DE-2A838F4D9505}" presName="cycle" presStyleCnt="0">
        <dgm:presLayoutVars>
          <dgm:dir/>
          <dgm:resizeHandles val="exact"/>
        </dgm:presLayoutVars>
      </dgm:prSet>
      <dgm:spPr/>
    </dgm:pt>
    <dgm:pt modelId="{CFD9F67A-CB18-4F65-BCC0-52F21A32737C}" type="pres">
      <dgm:prSet presAssocID="{D6A0512D-634A-488D-8B44-0EA1B0CED2A6}" presName="node" presStyleLbl="node1" presStyleIdx="0" presStyleCnt="2">
        <dgm:presLayoutVars>
          <dgm:bulletEnabled val="1"/>
        </dgm:presLayoutVars>
      </dgm:prSet>
      <dgm:spPr/>
    </dgm:pt>
    <dgm:pt modelId="{67F95F2E-6F0A-4B29-9EB6-3D4A1C55C5F4}" type="pres">
      <dgm:prSet presAssocID="{D6A0512D-634A-488D-8B44-0EA1B0CED2A6}" presName="spNode" presStyleCnt="0"/>
      <dgm:spPr/>
    </dgm:pt>
    <dgm:pt modelId="{30FB3209-FB68-4C2D-B33B-39271A96D9DF}" type="pres">
      <dgm:prSet presAssocID="{BFE88D1D-9D23-4AEE-B405-191D517F984A}" presName="sibTrans" presStyleLbl="sibTrans1D1" presStyleIdx="0" presStyleCnt="2"/>
      <dgm:spPr/>
    </dgm:pt>
    <dgm:pt modelId="{CC118738-2165-48B8-BFBD-369F333AD65B}" type="pres">
      <dgm:prSet presAssocID="{C893EE37-777A-4BA3-8199-8AFB7EEE3246}" presName="node" presStyleLbl="node1" presStyleIdx="1" presStyleCnt="2">
        <dgm:presLayoutVars>
          <dgm:bulletEnabled val="1"/>
        </dgm:presLayoutVars>
      </dgm:prSet>
      <dgm:spPr/>
    </dgm:pt>
    <dgm:pt modelId="{B7F076E7-80FA-4E59-9C07-7C3E90C508E5}" type="pres">
      <dgm:prSet presAssocID="{C893EE37-777A-4BA3-8199-8AFB7EEE3246}" presName="spNode" presStyleCnt="0"/>
      <dgm:spPr/>
    </dgm:pt>
    <dgm:pt modelId="{89B56972-FADD-4BFB-94E8-0D08148174A1}" type="pres">
      <dgm:prSet presAssocID="{880C583B-11EC-4E2F-AAC4-50B64F8979DF}" presName="sibTrans" presStyleLbl="sibTrans1D1" presStyleIdx="1" presStyleCnt="2"/>
      <dgm:spPr/>
    </dgm:pt>
  </dgm:ptLst>
  <dgm:cxnLst>
    <dgm:cxn modelId="{CFA86F4B-7D5E-4361-A4B4-22BB90E97371}" type="presOf" srcId="{880C583B-11EC-4E2F-AAC4-50B64F8979DF}" destId="{89B56972-FADD-4BFB-94E8-0D08148174A1}" srcOrd="0" destOrd="0" presId="urn:microsoft.com/office/officeart/2005/8/layout/cycle6"/>
    <dgm:cxn modelId="{5A0E819A-36BC-47F1-A325-1483A478746B}" srcId="{D2BA5787-0986-43F0-87DE-2A838F4D9505}" destId="{D6A0512D-634A-488D-8B44-0EA1B0CED2A6}" srcOrd="0" destOrd="0" parTransId="{4332B2E3-2819-4689-81AA-3469D35A99E6}" sibTransId="{BFE88D1D-9D23-4AEE-B405-191D517F984A}"/>
    <dgm:cxn modelId="{D6D46CD5-D6C2-48F2-85AE-2C5E5514385B}" type="presOf" srcId="{D2BA5787-0986-43F0-87DE-2A838F4D9505}" destId="{B0B7C5A7-F85F-4883-B280-411F58E805CB}" srcOrd="0" destOrd="0" presId="urn:microsoft.com/office/officeart/2005/8/layout/cycle6"/>
    <dgm:cxn modelId="{F2FCD4D7-58FE-4391-9E3E-C10EC4CE6982}" type="presOf" srcId="{C893EE37-777A-4BA3-8199-8AFB7EEE3246}" destId="{CC118738-2165-48B8-BFBD-369F333AD65B}" srcOrd="0" destOrd="0" presId="urn:microsoft.com/office/officeart/2005/8/layout/cycle6"/>
    <dgm:cxn modelId="{694FFADA-3F75-4220-9AA0-28EE614864D0}" type="presOf" srcId="{D6A0512D-634A-488D-8B44-0EA1B0CED2A6}" destId="{CFD9F67A-CB18-4F65-BCC0-52F21A32737C}" srcOrd="0" destOrd="0" presId="urn:microsoft.com/office/officeart/2005/8/layout/cycle6"/>
    <dgm:cxn modelId="{A21A83E8-8926-4DA2-B8A0-4BFC27717F05}" srcId="{D2BA5787-0986-43F0-87DE-2A838F4D9505}" destId="{C893EE37-777A-4BA3-8199-8AFB7EEE3246}" srcOrd="1" destOrd="0" parTransId="{835FB671-235E-46AE-BBA7-C0EA23E85906}" sibTransId="{880C583B-11EC-4E2F-AAC4-50B64F8979DF}"/>
    <dgm:cxn modelId="{1A8D12FC-FC4A-4058-AB3C-52E6736EEF20}" type="presOf" srcId="{BFE88D1D-9D23-4AEE-B405-191D517F984A}" destId="{30FB3209-FB68-4C2D-B33B-39271A96D9DF}" srcOrd="0" destOrd="0" presId="urn:microsoft.com/office/officeart/2005/8/layout/cycle6"/>
    <dgm:cxn modelId="{0BE60AD8-515E-4416-AADE-E63BB13BDA5A}" type="presParOf" srcId="{B0B7C5A7-F85F-4883-B280-411F58E805CB}" destId="{CFD9F67A-CB18-4F65-BCC0-52F21A32737C}" srcOrd="0" destOrd="0" presId="urn:microsoft.com/office/officeart/2005/8/layout/cycle6"/>
    <dgm:cxn modelId="{CCD85945-FAFB-4BCC-AC88-33AB5B25D99C}" type="presParOf" srcId="{B0B7C5A7-F85F-4883-B280-411F58E805CB}" destId="{67F95F2E-6F0A-4B29-9EB6-3D4A1C55C5F4}" srcOrd="1" destOrd="0" presId="urn:microsoft.com/office/officeart/2005/8/layout/cycle6"/>
    <dgm:cxn modelId="{D71442E2-0C58-49BC-8F62-B33EEF345DFB}" type="presParOf" srcId="{B0B7C5A7-F85F-4883-B280-411F58E805CB}" destId="{30FB3209-FB68-4C2D-B33B-39271A96D9DF}" srcOrd="2" destOrd="0" presId="urn:microsoft.com/office/officeart/2005/8/layout/cycle6"/>
    <dgm:cxn modelId="{CE8CE85B-04FA-4B04-A22D-D10DF3F5F26D}" type="presParOf" srcId="{B0B7C5A7-F85F-4883-B280-411F58E805CB}" destId="{CC118738-2165-48B8-BFBD-369F333AD65B}" srcOrd="3" destOrd="0" presId="urn:microsoft.com/office/officeart/2005/8/layout/cycle6"/>
    <dgm:cxn modelId="{952D9AAB-B013-49CE-9810-CA2EDA3263CB}" type="presParOf" srcId="{B0B7C5A7-F85F-4883-B280-411F58E805CB}" destId="{B7F076E7-80FA-4E59-9C07-7C3E90C508E5}" srcOrd="4" destOrd="0" presId="urn:microsoft.com/office/officeart/2005/8/layout/cycle6"/>
    <dgm:cxn modelId="{6F9E6C68-031E-4B70-8DBA-086FD1D1DE5C}" type="presParOf" srcId="{B0B7C5A7-F85F-4883-B280-411F58E805CB}" destId="{89B56972-FADD-4BFB-94E8-0D08148174A1}" srcOrd="5"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B60CFA9-E0A6-417A-B12A-8EE6DE600496}"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7235D028-5EEE-4ECE-948B-DD27263CECBA}">
      <dgm:prSet/>
      <dgm:spPr/>
      <dgm:t>
        <a:bodyPr/>
        <a:lstStyle/>
        <a:p>
          <a:r>
            <a:rPr kumimoji="1" lang="ja-JP" dirty="0"/>
            <a:t>ユーザ増加により通信増加</a:t>
          </a:r>
          <a:endParaRPr lang="en-US" dirty="0"/>
        </a:p>
      </dgm:t>
    </dgm:pt>
    <dgm:pt modelId="{CB9C6F95-8E18-4650-A188-79541D0A4F7C}" type="parTrans" cxnId="{4CB60375-0417-4D8E-880A-4D6052BE7B71}">
      <dgm:prSet/>
      <dgm:spPr/>
      <dgm:t>
        <a:bodyPr/>
        <a:lstStyle/>
        <a:p>
          <a:endParaRPr lang="en-US"/>
        </a:p>
      </dgm:t>
    </dgm:pt>
    <dgm:pt modelId="{5613BBD8-D61A-43B7-80AB-A6898E781639}" type="sibTrans" cxnId="{4CB60375-0417-4D8E-880A-4D6052BE7B71}">
      <dgm:prSet/>
      <dgm:spPr/>
      <dgm:t>
        <a:bodyPr/>
        <a:lstStyle/>
        <a:p>
          <a:endParaRPr lang="en-US"/>
        </a:p>
      </dgm:t>
    </dgm:pt>
    <dgm:pt modelId="{083DD0C1-2506-48D3-9746-7B184931D42A}">
      <dgm:prSet/>
      <dgm:spPr/>
      <dgm:t>
        <a:bodyPr/>
        <a:lstStyle/>
        <a:p>
          <a:r>
            <a:rPr kumimoji="1" lang="en-US" dirty="0"/>
            <a:t>ISP(Internet Service Provider)</a:t>
          </a:r>
          <a:r>
            <a:rPr kumimoji="1" lang="ja-JP" dirty="0"/>
            <a:t>の設備投資</a:t>
          </a:r>
          <a:endParaRPr lang="en-US" dirty="0"/>
        </a:p>
      </dgm:t>
    </dgm:pt>
    <dgm:pt modelId="{06A23BBF-EACF-45C9-9EF7-8D1B41CBFBBD}" type="parTrans" cxnId="{D4EF4202-45B0-4D02-A2F0-F6E6D3B23408}">
      <dgm:prSet/>
      <dgm:spPr/>
      <dgm:t>
        <a:bodyPr/>
        <a:lstStyle/>
        <a:p>
          <a:endParaRPr lang="en-US"/>
        </a:p>
      </dgm:t>
    </dgm:pt>
    <dgm:pt modelId="{EBDD2689-A951-4F4B-9CBA-C6480E24FA94}" type="sibTrans" cxnId="{D4EF4202-45B0-4D02-A2F0-F6E6D3B23408}">
      <dgm:prSet/>
      <dgm:spPr/>
      <dgm:t>
        <a:bodyPr/>
        <a:lstStyle/>
        <a:p>
          <a:endParaRPr lang="en-US"/>
        </a:p>
      </dgm:t>
    </dgm:pt>
    <dgm:pt modelId="{D1DAB323-7FF0-45FD-97B9-6C9BE080F1AE}">
      <dgm:prSet/>
      <dgm:spPr/>
      <dgm:t>
        <a:bodyPr/>
        <a:lstStyle/>
        <a:p>
          <a:r>
            <a:rPr kumimoji="1" lang="ja-JP" dirty="0"/>
            <a:t>売上の増加の少なさ</a:t>
          </a:r>
          <a:endParaRPr lang="en-US" dirty="0"/>
        </a:p>
      </dgm:t>
    </dgm:pt>
    <dgm:pt modelId="{EDFFAAF8-4759-4777-9EE7-63485E55CFA1}" type="parTrans" cxnId="{5AB8129A-8B22-4578-A873-E6B1C62EFCE6}">
      <dgm:prSet/>
      <dgm:spPr/>
      <dgm:t>
        <a:bodyPr/>
        <a:lstStyle/>
        <a:p>
          <a:endParaRPr lang="en-US"/>
        </a:p>
      </dgm:t>
    </dgm:pt>
    <dgm:pt modelId="{2155157B-961F-4CA8-983A-9D7158173AE4}" type="sibTrans" cxnId="{5AB8129A-8B22-4578-A873-E6B1C62EFCE6}">
      <dgm:prSet/>
      <dgm:spPr/>
      <dgm:t>
        <a:bodyPr/>
        <a:lstStyle/>
        <a:p>
          <a:endParaRPr lang="en-US"/>
        </a:p>
      </dgm:t>
    </dgm:pt>
    <dgm:pt modelId="{C83947BE-55AE-4E21-9ECF-E697478B7A0F}" type="pres">
      <dgm:prSet presAssocID="{DB60CFA9-E0A6-417A-B12A-8EE6DE600496}" presName="hierChild1" presStyleCnt="0">
        <dgm:presLayoutVars>
          <dgm:chPref val="1"/>
          <dgm:dir/>
          <dgm:animOne val="branch"/>
          <dgm:animLvl val="lvl"/>
          <dgm:resizeHandles/>
        </dgm:presLayoutVars>
      </dgm:prSet>
      <dgm:spPr/>
    </dgm:pt>
    <dgm:pt modelId="{98F3E68C-E13C-4206-BF46-82F63CED58D1}" type="pres">
      <dgm:prSet presAssocID="{7235D028-5EEE-4ECE-948B-DD27263CECBA}" presName="hierRoot1" presStyleCnt="0"/>
      <dgm:spPr/>
    </dgm:pt>
    <dgm:pt modelId="{5F490E99-374C-4A9A-B230-E6D89371882F}" type="pres">
      <dgm:prSet presAssocID="{7235D028-5EEE-4ECE-948B-DD27263CECBA}" presName="composite" presStyleCnt="0"/>
      <dgm:spPr/>
    </dgm:pt>
    <dgm:pt modelId="{07AF42A0-AF03-44EB-B7D0-B094ED43CD6A}" type="pres">
      <dgm:prSet presAssocID="{7235D028-5EEE-4ECE-948B-DD27263CECBA}" presName="background" presStyleLbl="node0" presStyleIdx="0" presStyleCnt="3"/>
      <dgm:spPr/>
    </dgm:pt>
    <dgm:pt modelId="{2DC68141-1C9D-42BF-B6DB-F480BBBB810E}" type="pres">
      <dgm:prSet presAssocID="{7235D028-5EEE-4ECE-948B-DD27263CECBA}" presName="text" presStyleLbl="fgAcc0" presStyleIdx="0" presStyleCnt="3">
        <dgm:presLayoutVars>
          <dgm:chPref val="3"/>
        </dgm:presLayoutVars>
      </dgm:prSet>
      <dgm:spPr/>
    </dgm:pt>
    <dgm:pt modelId="{9C8B1B95-D6F2-45E9-8EB8-B6AF5CD1CC41}" type="pres">
      <dgm:prSet presAssocID="{7235D028-5EEE-4ECE-948B-DD27263CECBA}" presName="hierChild2" presStyleCnt="0"/>
      <dgm:spPr/>
    </dgm:pt>
    <dgm:pt modelId="{0FE16B6A-4F37-4632-8143-17DBE9779E4C}" type="pres">
      <dgm:prSet presAssocID="{083DD0C1-2506-48D3-9746-7B184931D42A}" presName="hierRoot1" presStyleCnt="0"/>
      <dgm:spPr/>
    </dgm:pt>
    <dgm:pt modelId="{C02C7A80-5595-494A-8D29-04E6A05D8371}" type="pres">
      <dgm:prSet presAssocID="{083DD0C1-2506-48D3-9746-7B184931D42A}" presName="composite" presStyleCnt="0"/>
      <dgm:spPr/>
    </dgm:pt>
    <dgm:pt modelId="{FFF63CDB-7E47-49D3-93F8-FC51AFE317F6}" type="pres">
      <dgm:prSet presAssocID="{083DD0C1-2506-48D3-9746-7B184931D42A}" presName="background" presStyleLbl="node0" presStyleIdx="1" presStyleCnt="3"/>
      <dgm:spPr/>
    </dgm:pt>
    <dgm:pt modelId="{159A2F15-7E61-4A5B-87D1-9DE963B0C48B}" type="pres">
      <dgm:prSet presAssocID="{083DD0C1-2506-48D3-9746-7B184931D42A}" presName="text" presStyleLbl="fgAcc0" presStyleIdx="1" presStyleCnt="3">
        <dgm:presLayoutVars>
          <dgm:chPref val="3"/>
        </dgm:presLayoutVars>
      </dgm:prSet>
      <dgm:spPr/>
    </dgm:pt>
    <dgm:pt modelId="{663DFFC3-E348-453E-9E39-26C5B7FB740D}" type="pres">
      <dgm:prSet presAssocID="{083DD0C1-2506-48D3-9746-7B184931D42A}" presName="hierChild2" presStyleCnt="0"/>
      <dgm:spPr/>
    </dgm:pt>
    <dgm:pt modelId="{434CA8E7-9945-451F-8A83-454BED09AED7}" type="pres">
      <dgm:prSet presAssocID="{D1DAB323-7FF0-45FD-97B9-6C9BE080F1AE}" presName="hierRoot1" presStyleCnt="0"/>
      <dgm:spPr/>
    </dgm:pt>
    <dgm:pt modelId="{451F7581-8063-442F-B5E8-33A22B387F92}" type="pres">
      <dgm:prSet presAssocID="{D1DAB323-7FF0-45FD-97B9-6C9BE080F1AE}" presName="composite" presStyleCnt="0"/>
      <dgm:spPr/>
    </dgm:pt>
    <dgm:pt modelId="{5F3CA854-3875-45DF-84E9-9072DDDF5E58}" type="pres">
      <dgm:prSet presAssocID="{D1DAB323-7FF0-45FD-97B9-6C9BE080F1AE}" presName="background" presStyleLbl="node0" presStyleIdx="2" presStyleCnt="3"/>
      <dgm:spPr/>
    </dgm:pt>
    <dgm:pt modelId="{A3C78573-F25D-4ADE-B990-6185D08802AA}" type="pres">
      <dgm:prSet presAssocID="{D1DAB323-7FF0-45FD-97B9-6C9BE080F1AE}" presName="text" presStyleLbl="fgAcc0" presStyleIdx="2" presStyleCnt="3">
        <dgm:presLayoutVars>
          <dgm:chPref val="3"/>
        </dgm:presLayoutVars>
      </dgm:prSet>
      <dgm:spPr/>
    </dgm:pt>
    <dgm:pt modelId="{C8222752-4A1D-486E-8DEC-930B64914B01}" type="pres">
      <dgm:prSet presAssocID="{D1DAB323-7FF0-45FD-97B9-6C9BE080F1AE}" presName="hierChild2" presStyleCnt="0"/>
      <dgm:spPr/>
    </dgm:pt>
  </dgm:ptLst>
  <dgm:cxnLst>
    <dgm:cxn modelId="{D4EF4202-45B0-4D02-A2F0-F6E6D3B23408}" srcId="{DB60CFA9-E0A6-417A-B12A-8EE6DE600496}" destId="{083DD0C1-2506-48D3-9746-7B184931D42A}" srcOrd="1" destOrd="0" parTransId="{06A23BBF-EACF-45C9-9EF7-8D1B41CBFBBD}" sibTransId="{EBDD2689-A951-4F4B-9CBA-C6480E24FA94}"/>
    <dgm:cxn modelId="{5B3EB506-7ECB-45C5-8FBF-6EFC65F6D8C8}" type="presOf" srcId="{D1DAB323-7FF0-45FD-97B9-6C9BE080F1AE}" destId="{A3C78573-F25D-4ADE-B990-6185D08802AA}" srcOrd="0" destOrd="0" presId="urn:microsoft.com/office/officeart/2005/8/layout/hierarchy1"/>
    <dgm:cxn modelId="{4878F167-06A2-455A-851F-90A9BF814BEF}" type="presOf" srcId="{083DD0C1-2506-48D3-9746-7B184931D42A}" destId="{159A2F15-7E61-4A5B-87D1-9DE963B0C48B}" srcOrd="0" destOrd="0" presId="urn:microsoft.com/office/officeart/2005/8/layout/hierarchy1"/>
    <dgm:cxn modelId="{4CB60375-0417-4D8E-880A-4D6052BE7B71}" srcId="{DB60CFA9-E0A6-417A-B12A-8EE6DE600496}" destId="{7235D028-5EEE-4ECE-948B-DD27263CECBA}" srcOrd="0" destOrd="0" parTransId="{CB9C6F95-8E18-4650-A188-79541D0A4F7C}" sibTransId="{5613BBD8-D61A-43B7-80AB-A6898E781639}"/>
    <dgm:cxn modelId="{801B5075-948D-4BCB-B8E7-F2766E9264CB}" type="presOf" srcId="{DB60CFA9-E0A6-417A-B12A-8EE6DE600496}" destId="{C83947BE-55AE-4E21-9ECF-E697478B7A0F}" srcOrd="0" destOrd="0" presId="urn:microsoft.com/office/officeart/2005/8/layout/hierarchy1"/>
    <dgm:cxn modelId="{5AB8129A-8B22-4578-A873-E6B1C62EFCE6}" srcId="{DB60CFA9-E0A6-417A-B12A-8EE6DE600496}" destId="{D1DAB323-7FF0-45FD-97B9-6C9BE080F1AE}" srcOrd="2" destOrd="0" parTransId="{EDFFAAF8-4759-4777-9EE7-63485E55CFA1}" sibTransId="{2155157B-961F-4CA8-983A-9D7158173AE4}"/>
    <dgm:cxn modelId="{44AE9ED6-69CA-4021-86C2-7D47E58CACC2}" type="presOf" srcId="{7235D028-5EEE-4ECE-948B-DD27263CECBA}" destId="{2DC68141-1C9D-42BF-B6DB-F480BBBB810E}" srcOrd="0" destOrd="0" presId="urn:microsoft.com/office/officeart/2005/8/layout/hierarchy1"/>
    <dgm:cxn modelId="{719A5BA8-8A5A-481B-9F6A-8C8AABE1D81D}" type="presParOf" srcId="{C83947BE-55AE-4E21-9ECF-E697478B7A0F}" destId="{98F3E68C-E13C-4206-BF46-82F63CED58D1}" srcOrd="0" destOrd="0" presId="urn:microsoft.com/office/officeart/2005/8/layout/hierarchy1"/>
    <dgm:cxn modelId="{96D29977-D683-4511-93C3-67D611B03E61}" type="presParOf" srcId="{98F3E68C-E13C-4206-BF46-82F63CED58D1}" destId="{5F490E99-374C-4A9A-B230-E6D89371882F}" srcOrd="0" destOrd="0" presId="urn:microsoft.com/office/officeart/2005/8/layout/hierarchy1"/>
    <dgm:cxn modelId="{DAEB7AF0-CB50-4BD2-97F9-C75096F16981}" type="presParOf" srcId="{5F490E99-374C-4A9A-B230-E6D89371882F}" destId="{07AF42A0-AF03-44EB-B7D0-B094ED43CD6A}" srcOrd="0" destOrd="0" presId="urn:microsoft.com/office/officeart/2005/8/layout/hierarchy1"/>
    <dgm:cxn modelId="{F5110DAE-EB03-4E49-81EE-8BCEB01A1D1F}" type="presParOf" srcId="{5F490E99-374C-4A9A-B230-E6D89371882F}" destId="{2DC68141-1C9D-42BF-B6DB-F480BBBB810E}" srcOrd="1" destOrd="0" presId="urn:microsoft.com/office/officeart/2005/8/layout/hierarchy1"/>
    <dgm:cxn modelId="{486C4A54-DD43-42E5-B557-4C2483C919CF}" type="presParOf" srcId="{98F3E68C-E13C-4206-BF46-82F63CED58D1}" destId="{9C8B1B95-D6F2-45E9-8EB8-B6AF5CD1CC41}" srcOrd="1" destOrd="0" presId="urn:microsoft.com/office/officeart/2005/8/layout/hierarchy1"/>
    <dgm:cxn modelId="{BA52348E-9841-477B-AE26-5EB6BC597052}" type="presParOf" srcId="{C83947BE-55AE-4E21-9ECF-E697478B7A0F}" destId="{0FE16B6A-4F37-4632-8143-17DBE9779E4C}" srcOrd="1" destOrd="0" presId="urn:microsoft.com/office/officeart/2005/8/layout/hierarchy1"/>
    <dgm:cxn modelId="{E4BAD21F-6EE0-41C1-87E0-107DCCBFEF01}" type="presParOf" srcId="{0FE16B6A-4F37-4632-8143-17DBE9779E4C}" destId="{C02C7A80-5595-494A-8D29-04E6A05D8371}" srcOrd="0" destOrd="0" presId="urn:microsoft.com/office/officeart/2005/8/layout/hierarchy1"/>
    <dgm:cxn modelId="{4AE16D35-F265-4F44-9B2A-C8EC6B00FAE8}" type="presParOf" srcId="{C02C7A80-5595-494A-8D29-04E6A05D8371}" destId="{FFF63CDB-7E47-49D3-93F8-FC51AFE317F6}" srcOrd="0" destOrd="0" presId="urn:microsoft.com/office/officeart/2005/8/layout/hierarchy1"/>
    <dgm:cxn modelId="{A117A059-B22E-405A-9EB3-664C34DE43E4}" type="presParOf" srcId="{C02C7A80-5595-494A-8D29-04E6A05D8371}" destId="{159A2F15-7E61-4A5B-87D1-9DE963B0C48B}" srcOrd="1" destOrd="0" presId="urn:microsoft.com/office/officeart/2005/8/layout/hierarchy1"/>
    <dgm:cxn modelId="{C7520D57-DA63-452B-AFD5-DA780E7940B9}" type="presParOf" srcId="{0FE16B6A-4F37-4632-8143-17DBE9779E4C}" destId="{663DFFC3-E348-453E-9E39-26C5B7FB740D}" srcOrd="1" destOrd="0" presId="urn:microsoft.com/office/officeart/2005/8/layout/hierarchy1"/>
    <dgm:cxn modelId="{252B0B39-D53E-4894-A072-4146450516B8}" type="presParOf" srcId="{C83947BE-55AE-4E21-9ECF-E697478B7A0F}" destId="{434CA8E7-9945-451F-8A83-454BED09AED7}" srcOrd="2" destOrd="0" presId="urn:microsoft.com/office/officeart/2005/8/layout/hierarchy1"/>
    <dgm:cxn modelId="{1A6AA5B2-FB94-4834-83BB-35776A31671F}" type="presParOf" srcId="{434CA8E7-9945-451F-8A83-454BED09AED7}" destId="{451F7581-8063-442F-B5E8-33A22B387F92}" srcOrd="0" destOrd="0" presId="urn:microsoft.com/office/officeart/2005/8/layout/hierarchy1"/>
    <dgm:cxn modelId="{AE575941-1963-467E-8E93-D4E2D3B3F067}" type="presParOf" srcId="{451F7581-8063-442F-B5E8-33A22B387F92}" destId="{5F3CA854-3875-45DF-84E9-9072DDDF5E58}" srcOrd="0" destOrd="0" presId="urn:microsoft.com/office/officeart/2005/8/layout/hierarchy1"/>
    <dgm:cxn modelId="{985EB0A0-9C6E-46CF-B566-080078B67854}" type="presParOf" srcId="{451F7581-8063-442F-B5E8-33A22B387F92}" destId="{A3C78573-F25D-4ADE-B990-6185D08802AA}" srcOrd="1" destOrd="0" presId="urn:microsoft.com/office/officeart/2005/8/layout/hierarchy1"/>
    <dgm:cxn modelId="{7FBF9E84-2F1E-43DC-87E6-3F2AE7C7DC50}" type="presParOf" srcId="{434CA8E7-9945-451F-8A83-454BED09AED7}" destId="{C8222752-4A1D-486E-8DEC-930B64914B0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69979-81C2-40BF-B18C-C92F59C32252}">
      <dsp:nvSpPr>
        <dsp:cNvPr id="0" name=""/>
        <dsp:cNvSpPr/>
      </dsp:nvSpPr>
      <dsp:spPr>
        <a:xfrm>
          <a:off x="1333" y="1316033"/>
          <a:ext cx="3121474" cy="156073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kumimoji="1" lang="ja-JP" sz="2100" kern="1200"/>
            <a:t>クラウドコンピューティングについて</a:t>
          </a:r>
          <a:endParaRPr lang="en-US" sz="2100" kern="1200"/>
        </a:p>
      </dsp:txBody>
      <dsp:txXfrm>
        <a:off x="47045" y="1361745"/>
        <a:ext cx="3030050" cy="1469313"/>
      </dsp:txXfrm>
    </dsp:sp>
    <dsp:sp modelId="{05414EC2-957F-4FF1-9CBC-96142E09A453}">
      <dsp:nvSpPr>
        <dsp:cNvPr id="0" name=""/>
        <dsp:cNvSpPr/>
      </dsp:nvSpPr>
      <dsp:spPr>
        <a:xfrm>
          <a:off x="3903177" y="1316033"/>
          <a:ext cx="3121474" cy="156073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kumimoji="1" lang="en-US" sz="2100" kern="1200"/>
            <a:t>Saas</a:t>
          </a:r>
          <a:endParaRPr lang="en-US" sz="2100" kern="1200"/>
        </a:p>
      </dsp:txBody>
      <dsp:txXfrm>
        <a:off x="3948889" y="1361745"/>
        <a:ext cx="3030050" cy="1469313"/>
      </dsp:txXfrm>
    </dsp:sp>
    <dsp:sp modelId="{2C9DD9D3-F20E-4D23-8BE7-851002A89F7C}">
      <dsp:nvSpPr>
        <dsp:cNvPr id="0" name=""/>
        <dsp:cNvSpPr/>
      </dsp:nvSpPr>
      <dsp:spPr>
        <a:xfrm>
          <a:off x="7805020" y="1316033"/>
          <a:ext cx="3121474" cy="1560737"/>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ja-JP" sz="2100" kern="1200"/>
            <a:t>クラウドとはインターネット経由で</a:t>
          </a:r>
          <a:r>
            <a:rPr lang="en-US" sz="2100" kern="1200"/>
            <a:t>IT</a:t>
          </a:r>
          <a:r>
            <a:rPr lang="ja-JP" sz="2100" kern="1200"/>
            <a:t>資源を必要な分だけ使う仕組み</a:t>
          </a:r>
          <a:endParaRPr lang="en-US" sz="2100" kern="1200"/>
        </a:p>
      </dsp:txBody>
      <dsp:txXfrm>
        <a:off x="7850732" y="1361745"/>
        <a:ext cx="3030050" cy="14693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FC73A8-8EBD-4369-B300-D9655A535DB2}">
      <dsp:nvSpPr>
        <dsp:cNvPr id="0" name=""/>
        <dsp:cNvSpPr/>
      </dsp:nvSpPr>
      <dsp:spPr>
        <a:xfrm>
          <a:off x="2250914" y="2964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DDC01C-E4FC-4B6D-A735-4B27E9DF6131}">
      <dsp:nvSpPr>
        <dsp:cNvPr id="0" name=""/>
        <dsp:cNvSpPr/>
      </dsp:nvSpPr>
      <dsp:spPr>
        <a:xfrm>
          <a:off x="2718914" y="7644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87B5F7-19EA-4C92-A476-3E9C1BD2E712}">
      <dsp:nvSpPr>
        <dsp:cNvPr id="0" name=""/>
        <dsp:cNvSpPr/>
      </dsp:nvSpPr>
      <dsp:spPr>
        <a:xfrm>
          <a:off x="154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ja-JP" sz="1500" kern="1200" dirty="0"/>
            <a:t>クラウドについて深く分かり本質</a:t>
          </a:r>
          <a:r>
            <a:rPr lang="en-US" sz="1500" kern="1200" dirty="0"/>
            <a:t>(</a:t>
          </a:r>
          <a:r>
            <a:rPr lang="ja-JP" sz="1500" kern="1200" dirty="0"/>
            <a:t>クラウドの誕生や従来と何が違うか</a:t>
          </a:r>
          <a:r>
            <a:rPr lang="en-US" sz="1500" kern="1200" dirty="0"/>
            <a:t>)</a:t>
          </a:r>
          <a:r>
            <a:rPr lang="ja-JP" sz="1500" kern="1200" dirty="0"/>
            <a:t>が分かる</a:t>
          </a:r>
          <a:endParaRPr lang="en-US" sz="1500" kern="1200" dirty="0"/>
        </a:p>
      </dsp:txBody>
      <dsp:txXfrm>
        <a:off x="1548914" y="3176402"/>
        <a:ext cx="3600000" cy="720000"/>
      </dsp:txXfrm>
    </dsp:sp>
    <dsp:sp modelId="{E437A443-4CC7-49A1-A63F-6FE0CCBE7D0B}">
      <dsp:nvSpPr>
        <dsp:cNvPr id="0" name=""/>
        <dsp:cNvSpPr/>
      </dsp:nvSpPr>
      <dsp:spPr>
        <a:xfrm>
          <a:off x="6480914" y="2964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045A44-BA96-4881-BDB0-91B680DCE887}">
      <dsp:nvSpPr>
        <dsp:cNvPr id="0" name=""/>
        <dsp:cNvSpPr/>
      </dsp:nvSpPr>
      <dsp:spPr>
        <a:xfrm>
          <a:off x="6948914" y="7644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4BE2DE-A11F-40F1-A943-DCBDDF5776C5}">
      <dsp:nvSpPr>
        <dsp:cNvPr id="0" name=""/>
        <dsp:cNvSpPr/>
      </dsp:nvSpPr>
      <dsp:spPr>
        <a:xfrm>
          <a:off x="577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ja-JP" sz="1500" kern="1200" dirty="0"/>
            <a:t>障害リスク、セキュリティ問題も分かる</a:t>
          </a:r>
          <a:endParaRPr lang="en-US" sz="1500" kern="1200" dirty="0"/>
        </a:p>
      </dsp:txBody>
      <dsp:txXfrm>
        <a:off x="5778914" y="3176402"/>
        <a:ext cx="36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7AEC3-894D-407A-B135-1CD18790733E}">
      <dsp:nvSpPr>
        <dsp:cNvPr id="0" name=""/>
        <dsp:cNvSpPr/>
      </dsp:nvSpPr>
      <dsp:spPr>
        <a:xfrm>
          <a:off x="0" y="13802"/>
          <a:ext cx="10927829" cy="13384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ja-JP" sz="2600" kern="1200" dirty="0"/>
            <a:t>アプリケーションソフトウェアは急速に縮小すると同時に拡大する必要があり、クラウド計算のニーズに合わせた従量課金モデルも必要</a:t>
          </a:r>
          <a:endParaRPr lang="en-US" sz="2600" kern="1200" dirty="0"/>
        </a:p>
      </dsp:txBody>
      <dsp:txXfrm>
        <a:off x="65339" y="79141"/>
        <a:ext cx="10797151" cy="1207802"/>
      </dsp:txXfrm>
    </dsp:sp>
    <dsp:sp modelId="{9C9D3061-2495-4811-B800-BD037BF35DB7}">
      <dsp:nvSpPr>
        <dsp:cNvPr id="0" name=""/>
        <dsp:cNvSpPr/>
      </dsp:nvSpPr>
      <dsp:spPr>
        <a:xfrm>
          <a:off x="0" y="1427162"/>
          <a:ext cx="10927829" cy="133848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kumimoji="1" lang="ja-JP" sz="2600" kern="1200" dirty="0"/>
            <a:t>需要に応じてリソースをすぐに増減できる</a:t>
          </a:r>
          <a:endParaRPr lang="en-US" sz="2600" kern="1200" dirty="0"/>
        </a:p>
      </dsp:txBody>
      <dsp:txXfrm>
        <a:off x="65339" y="1492501"/>
        <a:ext cx="10797151" cy="1207802"/>
      </dsp:txXfrm>
    </dsp:sp>
    <dsp:sp modelId="{92CC1B4B-584E-433A-A868-7B9B01284615}">
      <dsp:nvSpPr>
        <dsp:cNvPr id="0" name=""/>
        <dsp:cNvSpPr/>
      </dsp:nvSpPr>
      <dsp:spPr>
        <a:xfrm>
          <a:off x="0" y="2840522"/>
          <a:ext cx="10927829" cy="133848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kumimoji="1" lang="ja-JP" sz="2600" kern="1200" dirty="0"/>
            <a:t>セキュリティ、性能の不安定さ</a:t>
          </a:r>
          <a:endParaRPr lang="en-US" sz="2600" kern="1200" dirty="0"/>
        </a:p>
      </dsp:txBody>
      <dsp:txXfrm>
        <a:off x="65339" y="2905861"/>
        <a:ext cx="10797151" cy="12078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574694-B25E-46EE-A209-D870F18F6DFA}">
      <dsp:nvSpPr>
        <dsp:cNvPr id="0" name=""/>
        <dsp:cNvSpPr/>
      </dsp:nvSpPr>
      <dsp:spPr>
        <a:xfrm>
          <a:off x="3201"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A86F27-2EFE-4D1D-8397-29E0E0E58FE7}">
      <dsp:nvSpPr>
        <dsp:cNvPr id="0" name=""/>
        <dsp:cNvSpPr/>
      </dsp:nvSpPr>
      <dsp:spPr>
        <a:xfrm>
          <a:off x="257188"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ja-JP" sz="2200" kern="1200" dirty="0"/>
            <a:t>・大規模分散システムのバグ</a:t>
          </a:r>
          <a:endParaRPr lang="en-US" sz="2200" kern="1200" dirty="0"/>
        </a:p>
      </dsp:txBody>
      <dsp:txXfrm>
        <a:off x="299702" y="1533793"/>
        <a:ext cx="2200851" cy="1366505"/>
      </dsp:txXfrm>
    </dsp:sp>
    <dsp:sp modelId="{2824DD6E-C1C5-4F87-9222-8B99D572C667}">
      <dsp:nvSpPr>
        <dsp:cNvPr id="0" name=""/>
        <dsp:cNvSpPr/>
      </dsp:nvSpPr>
      <dsp:spPr>
        <a:xfrm>
          <a:off x="2797054"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B89C76-0C4B-4172-A3A9-266715F9735E}">
      <dsp:nvSpPr>
        <dsp:cNvPr id="0" name=""/>
        <dsp:cNvSpPr/>
      </dsp:nvSpPr>
      <dsp:spPr>
        <a:xfrm>
          <a:off x="3051041"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ja-JP" sz="2200" kern="1200" dirty="0"/>
            <a:t>・性能の予測不可能性</a:t>
          </a:r>
          <a:endParaRPr lang="en-US" sz="2200" kern="1200" dirty="0"/>
        </a:p>
      </dsp:txBody>
      <dsp:txXfrm>
        <a:off x="3093555" y="1533793"/>
        <a:ext cx="2200851" cy="1366505"/>
      </dsp:txXfrm>
    </dsp:sp>
    <dsp:sp modelId="{20937389-89CB-4377-8301-29939A2B6F97}">
      <dsp:nvSpPr>
        <dsp:cNvPr id="0" name=""/>
        <dsp:cNvSpPr/>
      </dsp:nvSpPr>
      <dsp:spPr>
        <a:xfrm>
          <a:off x="5590907"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C4637D-0351-4FCE-AAE2-BCA9DBF78856}">
      <dsp:nvSpPr>
        <dsp:cNvPr id="0" name=""/>
        <dsp:cNvSpPr/>
      </dsp:nvSpPr>
      <dsp:spPr>
        <a:xfrm>
          <a:off x="5844894"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ja-JP" sz="2200" kern="1200" dirty="0"/>
            <a:t>・データ転送ボトルネック</a:t>
          </a:r>
          <a:endParaRPr lang="en-US" sz="2200" kern="1200" dirty="0"/>
        </a:p>
      </dsp:txBody>
      <dsp:txXfrm>
        <a:off x="5887408" y="1533793"/>
        <a:ext cx="2200851" cy="1366505"/>
      </dsp:txXfrm>
    </dsp:sp>
    <dsp:sp modelId="{FF6C0844-1107-41D9-BAA1-88721E3D088C}">
      <dsp:nvSpPr>
        <dsp:cNvPr id="0" name=""/>
        <dsp:cNvSpPr/>
      </dsp:nvSpPr>
      <dsp:spPr>
        <a:xfrm>
          <a:off x="8384760"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ABA430-90D3-41CD-B62D-018C15204373}">
      <dsp:nvSpPr>
        <dsp:cNvPr id="0" name=""/>
        <dsp:cNvSpPr/>
      </dsp:nvSpPr>
      <dsp:spPr>
        <a:xfrm>
          <a:off x="8638747"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ja-JP" sz="2200" kern="1200" dirty="0"/>
            <a:t>・データの機密性</a:t>
          </a:r>
          <a:r>
            <a:rPr lang="en-US" sz="2200" kern="1200" dirty="0"/>
            <a:t>/</a:t>
          </a:r>
          <a:r>
            <a:rPr lang="ja-JP" sz="2200" kern="1200" dirty="0"/>
            <a:t>監視性</a:t>
          </a:r>
          <a:endParaRPr lang="en-US" sz="2200" kern="1200" dirty="0"/>
        </a:p>
      </dsp:txBody>
      <dsp:txXfrm>
        <a:off x="8681261" y="1533793"/>
        <a:ext cx="2200851" cy="13665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7975B-8CD5-43C2-BF64-25C3063C082D}">
      <dsp:nvSpPr>
        <dsp:cNvPr id="0" name=""/>
        <dsp:cNvSpPr/>
      </dsp:nvSpPr>
      <dsp:spPr>
        <a:xfrm>
          <a:off x="1333" y="1316033"/>
          <a:ext cx="3121474" cy="156073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t>IoT</a:t>
          </a:r>
          <a:r>
            <a:rPr lang="ja-JP" sz="1800" kern="1200"/>
            <a:t>の普及とクラウドの発展により、エッジでデータ処理を行う新たなコンピューティング</a:t>
          </a:r>
          <a:endParaRPr lang="en-US" sz="1800" kern="1200"/>
        </a:p>
      </dsp:txBody>
      <dsp:txXfrm>
        <a:off x="47045" y="1361745"/>
        <a:ext cx="3030050" cy="1469313"/>
      </dsp:txXfrm>
    </dsp:sp>
    <dsp:sp modelId="{056A8382-43AD-48BD-B890-DB0B83A7E3CC}">
      <dsp:nvSpPr>
        <dsp:cNvPr id="0" name=""/>
        <dsp:cNvSpPr/>
      </dsp:nvSpPr>
      <dsp:spPr>
        <a:xfrm>
          <a:off x="3903177" y="1316033"/>
          <a:ext cx="3121474" cy="156073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ja-JP" sz="1800" kern="1200"/>
            <a:t>低遅延・省エネ・通信コスト削減・安全性向上に貢献</a:t>
          </a:r>
          <a:endParaRPr lang="en-US" sz="1800" kern="1200"/>
        </a:p>
      </dsp:txBody>
      <dsp:txXfrm>
        <a:off x="3948889" y="1361745"/>
        <a:ext cx="3030050" cy="1469313"/>
      </dsp:txXfrm>
    </dsp:sp>
    <dsp:sp modelId="{4D962E07-AE92-4893-BADA-CECD6AC1F253}">
      <dsp:nvSpPr>
        <dsp:cNvPr id="0" name=""/>
        <dsp:cNvSpPr/>
      </dsp:nvSpPr>
      <dsp:spPr>
        <a:xfrm>
          <a:off x="7805020" y="1316033"/>
          <a:ext cx="3121474" cy="1560737"/>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ja-JP" sz="1800" kern="1200"/>
            <a:t>定義、活用例、課題と可能性を示す</a:t>
          </a:r>
          <a:endParaRPr lang="en-US" sz="1800" kern="1200"/>
        </a:p>
      </dsp:txBody>
      <dsp:txXfrm>
        <a:off x="7850732" y="1361745"/>
        <a:ext cx="3030050" cy="14693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9851D6-BA46-483C-9F87-A933942B1DDD}">
      <dsp:nvSpPr>
        <dsp:cNvPr id="0" name=""/>
        <dsp:cNvSpPr/>
      </dsp:nvSpPr>
      <dsp:spPr>
        <a:xfrm>
          <a:off x="0" y="11282"/>
          <a:ext cx="10927829" cy="9734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kumimoji="1" lang="ja-JP" sz="3200" kern="1200" dirty="0"/>
            <a:t>クラウドだけでは対応できない</a:t>
          </a:r>
          <a:r>
            <a:rPr kumimoji="1" lang="en-US" sz="3200" kern="1200" dirty="0"/>
            <a:t>-&gt;</a:t>
          </a:r>
          <a:r>
            <a:rPr kumimoji="1" lang="ja-JP" sz="3200" kern="1200" dirty="0"/>
            <a:t>エッジを使うと</a:t>
          </a:r>
          <a:endParaRPr lang="en-US" sz="3200" kern="1200" dirty="0"/>
        </a:p>
      </dsp:txBody>
      <dsp:txXfrm>
        <a:off x="47519" y="58801"/>
        <a:ext cx="10832791" cy="878402"/>
      </dsp:txXfrm>
    </dsp:sp>
    <dsp:sp modelId="{954D0453-60FE-4F8F-9374-7921F091A9B9}">
      <dsp:nvSpPr>
        <dsp:cNvPr id="0" name=""/>
        <dsp:cNvSpPr/>
      </dsp:nvSpPr>
      <dsp:spPr>
        <a:xfrm>
          <a:off x="0" y="1076882"/>
          <a:ext cx="10927829" cy="97344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ja-JP" sz="3200" kern="1200" dirty="0"/>
            <a:t>・データ量が多すぎる  </a:t>
          </a:r>
          <a:r>
            <a:rPr lang="en-US" sz="3200" kern="1200" dirty="0"/>
            <a:t>-&gt; </a:t>
          </a:r>
          <a:r>
            <a:rPr lang="ja-JP" sz="3200" kern="1200" dirty="0"/>
            <a:t>通信量削減</a:t>
          </a:r>
          <a:endParaRPr lang="en-US" sz="3200" kern="1200" dirty="0"/>
        </a:p>
      </dsp:txBody>
      <dsp:txXfrm>
        <a:off x="47519" y="1124401"/>
        <a:ext cx="10832791" cy="878402"/>
      </dsp:txXfrm>
    </dsp:sp>
    <dsp:sp modelId="{DF8F00FF-2D77-4490-A530-56B60B9168BB}">
      <dsp:nvSpPr>
        <dsp:cNvPr id="0" name=""/>
        <dsp:cNvSpPr/>
      </dsp:nvSpPr>
      <dsp:spPr>
        <a:xfrm>
          <a:off x="0" y="2142482"/>
          <a:ext cx="10927829" cy="97344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ja-JP" sz="3200" kern="1200" dirty="0"/>
            <a:t>・通信が遅い </a:t>
          </a:r>
          <a:r>
            <a:rPr lang="en-US" sz="3200" kern="1200" dirty="0"/>
            <a:t>-&gt; </a:t>
          </a:r>
          <a:r>
            <a:rPr lang="ja-JP" sz="3200" kern="1200" dirty="0"/>
            <a:t>低遅延</a:t>
          </a:r>
          <a:endParaRPr lang="en-US" sz="3200" kern="1200" dirty="0"/>
        </a:p>
      </dsp:txBody>
      <dsp:txXfrm>
        <a:off x="47519" y="2190001"/>
        <a:ext cx="10832791" cy="878402"/>
      </dsp:txXfrm>
    </dsp:sp>
    <dsp:sp modelId="{C6FA2B68-F14E-4D17-A2CA-AC06686AA514}">
      <dsp:nvSpPr>
        <dsp:cNvPr id="0" name=""/>
        <dsp:cNvSpPr/>
      </dsp:nvSpPr>
      <dsp:spPr>
        <a:xfrm>
          <a:off x="0" y="3208082"/>
          <a:ext cx="10927829" cy="9734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ja-JP" sz="3200" kern="1200" dirty="0"/>
            <a:t>・プライバシーの問題 </a:t>
          </a:r>
          <a:r>
            <a:rPr lang="en-US" sz="3200" kern="1200" dirty="0"/>
            <a:t>-&gt; </a:t>
          </a:r>
          <a:r>
            <a:rPr lang="ja-JP" sz="3200" kern="1200" dirty="0"/>
            <a:t>セキュリティ向上</a:t>
          </a:r>
          <a:endParaRPr lang="en-US" sz="3200" kern="1200" dirty="0"/>
        </a:p>
      </dsp:txBody>
      <dsp:txXfrm>
        <a:off x="47519" y="3255601"/>
        <a:ext cx="10832791" cy="8784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95051-59CA-43EB-8822-CD679A1069EE}">
      <dsp:nvSpPr>
        <dsp:cNvPr id="0" name=""/>
        <dsp:cNvSpPr/>
      </dsp:nvSpPr>
      <dsp:spPr>
        <a:xfrm>
          <a:off x="0" y="51152"/>
          <a:ext cx="10927829" cy="7605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ja-JP" sz="2500" kern="1200" dirty="0"/>
            <a:t>クラウドオフロード</a:t>
          </a:r>
          <a:endParaRPr lang="en-US" sz="2500" kern="1200" dirty="0"/>
        </a:p>
      </dsp:txBody>
      <dsp:txXfrm>
        <a:off x="37125" y="88277"/>
        <a:ext cx="10853579" cy="686250"/>
      </dsp:txXfrm>
    </dsp:sp>
    <dsp:sp modelId="{2FDC9102-02F9-42CD-AF43-534AB058C212}">
      <dsp:nvSpPr>
        <dsp:cNvPr id="0" name=""/>
        <dsp:cNvSpPr/>
      </dsp:nvSpPr>
      <dsp:spPr>
        <a:xfrm>
          <a:off x="0" y="883652"/>
          <a:ext cx="10927829" cy="760500"/>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kumimoji="1" lang="ja-JP" sz="2500" kern="1200" dirty="0"/>
            <a:t>動画分析</a:t>
          </a:r>
          <a:r>
            <a:rPr kumimoji="1" lang="en-US" sz="2500" kern="1200" dirty="0"/>
            <a:t>(</a:t>
          </a:r>
          <a:r>
            <a:rPr kumimoji="1" lang="ja-JP" sz="2500" kern="1200" dirty="0"/>
            <a:t>行方不明の子供探し</a:t>
          </a:r>
          <a:r>
            <a:rPr kumimoji="1" lang="en-US" sz="2500" kern="1200" dirty="0"/>
            <a:t>)</a:t>
          </a:r>
          <a:endParaRPr lang="en-US" sz="2500" kern="1200" dirty="0"/>
        </a:p>
      </dsp:txBody>
      <dsp:txXfrm>
        <a:off x="37125" y="920777"/>
        <a:ext cx="10853579" cy="686250"/>
      </dsp:txXfrm>
    </dsp:sp>
    <dsp:sp modelId="{0228059C-053B-4F16-987B-4DD73271AA7D}">
      <dsp:nvSpPr>
        <dsp:cNvPr id="0" name=""/>
        <dsp:cNvSpPr/>
      </dsp:nvSpPr>
      <dsp:spPr>
        <a:xfrm>
          <a:off x="0" y="1716152"/>
          <a:ext cx="10927829" cy="76050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ja-JP" sz="2500" kern="1200" dirty="0"/>
            <a:t>スマートホーム</a:t>
          </a:r>
          <a:r>
            <a:rPr lang="en-US" sz="2500" kern="1200" dirty="0"/>
            <a:t>(</a:t>
          </a:r>
          <a:r>
            <a:rPr lang="ja-JP" sz="2500" kern="1200" dirty="0"/>
            <a:t>ロボット掃除機等</a:t>
          </a:r>
          <a:r>
            <a:rPr lang="en-US" sz="2500" kern="1200" dirty="0"/>
            <a:t>)</a:t>
          </a:r>
        </a:p>
      </dsp:txBody>
      <dsp:txXfrm>
        <a:off x="37125" y="1753277"/>
        <a:ext cx="10853579" cy="686250"/>
      </dsp:txXfrm>
    </dsp:sp>
    <dsp:sp modelId="{0D7A8742-87D1-4C06-8FB1-D0626E4BEECB}">
      <dsp:nvSpPr>
        <dsp:cNvPr id="0" name=""/>
        <dsp:cNvSpPr/>
      </dsp:nvSpPr>
      <dsp:spPr>
        <a:xfrm>
          <a:off x="0" y="2548652"/>
          <a:ext cx="10927829" cy="760500"/>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ja-JP" sz="2500" kern="1200" dirty="0"/>
            <a:t>スマートシティ</a:t>
          </a:r>
          <a:r>
            <a:rPr lang="en-US" sz="2500" kern="1200" dirty="0"/>
            <a:t>(</a:t>
          </a:r>
          <a:r>
            <a:rPr lang="ja-JP" sz="2500" kern="1200" dirty="0"/>
            <a:t>公共の安全、運輸など</a:t>
          </a:r>
          <a:r>
            <a:rPr lang="en-US" sz="2500" kern="1200" dirty="0"/>
            <a:t>)</a:t>
          </a:r>
        </a:p>
      </dsp:txBody>
      <dsp:txXfrm>
        <a:off x="37125" y="2585777"/>
        <a:ext cx="10853579" cy="686250"/>
      </dsp:txXfrm>
    </dsp:sp>
    <dsp:sp modelId="{DB9A809E-B108-46ED-8CC5-6991A98EAD5D}">
      <dsp:nvSpPr>
        <dsp:cNvPr id="0" name=""/>
        <dsp:cNvSpPr/>
      </dsp:nvSpPr>
      <dsp:spPr>
        <a:xfrm>
          <a:off x="0" y="3381152"/>
          <a:ext cx="10927829" cy="7605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kumimoji="1" lang="ja-JP" sz="2500" kern="1200" dirty="0"/>
            <a:t>医療データとの連携</a:t>
          </a:r>
          <a:r>
            <a:rPr kumimoji="1" lang="en-US" sz="2500" kern="1200" dirty="0"/>
            <a:t>(</a:t>
          </a:r>
          <a:r>
            <a:rPr lang="ja-JP" sz="2500" kern="1200" dirty="0"/>
            <a:t>コネクテッドヘルス）</a:t>
          </a:r>
          <a:endParaRPr lang="en-US" sz="2500" kern="1200" dirty="0"/>
        </a:p>
      </dsp:txBody>
      <dsp:txXfrm>
        <a:off x="37125" y="3418277"/>
        <a:ext cx="10853579" cy="6862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C2B61F-D992-4950-A361-10F38860AE4E}">
      <dsp:nvSpPr>
        <dsp:cNvPr id="0" name=""/>
        <dsp:cNvSpPr/>
      </dsp:nvSpPr>
      <dsp:spPr>
        <a:xfrm>
          <a:off x="3201"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F2CB6E-0018-465B-8E22-04AD2904C2CC}">
      <dsp:nvSpPr>
        <dsp:cNvPr id="0" name=""/>
        <dsp:cNvSpPr/>
      </dsp:nvSpPr>
      <dsp:spPr>
        <a:xfrm>
          <a:off x="257188"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dirty="0"/>
            <a:t>設計の難しさ</a:t>
          </a:r>
          <a:endParaRPr lang="en-US" sz="2000" kern="1200" dirty="0"/>
        </a:p>
      </dsp:txBody>
      <dsp:txXfrm>
        <a:off x="299702" y="1533793"/>
        <a:ext cx="2200851" cy="1366505"/>
      </dsp:txXfrm>
    </dsp:sp>
    <dsp:sp modelId="{3A953E2C-C996-462B-8497-8A1A712BB8EB}">
      <dsp:nvSpPr>
        <dsp:cNvPr id="0" name=""/>
        <dsp:cNvSpPr/>
      </dsp:nvSpPr>
      <dsp:spPr>
        <a:xfrm>
          <a:off x="2797054"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1B89B6-055F-4F96-B3B0-102AE86C05DA}">
      <dsp:nvSpPr>
        <dsp:cNvPr id="0" name=""/>
        <dsp:cNvSpPr/>
      </dsp:nvSpPr>
      <dsp:spPr>
        <a:xfrm>
          <a:off x="3051041"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dirty="0"/>
            <a:t>サービス管理</a:t>
          </a:r>
          <a:r>
            <a:rPr kumimoji="1" lang="en-US" sz="2000" kern="1200" dirty="0"/>
            <a:t>(</a:t>
          </a:r>
          <a:r>
            <a:rPr kumimoji="1" lang="ja-JP" sz="2000" kern="1200" dirty="0"/>
            <a:t>差別化、拡張性、分離、信頼性</a:t>
          </a:r>
          <a:r>
            <a:rPr kumimoji="1" lang="en-US" sz="2000" kern="1200" dirty="0"/>
            <a:t>)</a:t>
          </a:r>
          <a:endParaRPr lang="en-US" sz="2000" kern="1200" dirty="0"/>
        </a:p>
      </dsp:txBody>
      <dsp:txXfrm>
        <a:off x="3093555" y="1533793"/>
        <a:ext cx="2200851" cy="1366505"/>
      </dsp:txXfrm>
    </dsp:sp>
    <dsp:sp modelId="{5024662A-EC33-4341-96E0-3A195FB194E6}">
      <dsp:nvSpPr>
        <dsp:cNvPr id="0" name=""/>
        <dsp:cNvSpPr/>
      </dsp:nvSpPr>
      <dsp:spPr>
        <a:xfrm>
          <a:off x="5590907"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94FA07-C6C6-4F5F-8EA4-8E9D245AA119}">
      <dsp:nvSpPr>
        <dsp:cNvPr id="0" name=""/>
        <dsp:cNvSpPr/>
      </dsp:nvSpPr>
      <dsp:spPr>
        <a:xfrm>
          <a:off x="5844894"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ja-JP" sz="2000" kern="1200" dirty="0"/>
            <a:t>プライバシー</a:t>
          </a:r>
          <a:r>
            <a:rPr lang="en-US" sz="2000" kern="1200" dirty="0"/>
            <a:t>,</a:t>
          </a:r>
          <a:r>
            <a:rPr lang="ja-JP" sz="2000" kern="1200" dirty="0"/>
            <a:t>セキュリティ</a:t>
          </a:r>
          <a:endParaRPr lang="en-US" sz="2000" kern="1200" dirty="0"/>
        </a:p>
      </dsp:txBody>
      <dsp:txXfrm>
        <a:off x="5887408" y="1533793"/>
        <a:ext cx="2200851" cy="1366505"/>
      </dsp:txXfrm>
    </dsp:sp>
    <dsp:sp modelId="{4280E87C-7319-445F-A782-E1EE9DD2279B}">
      <dsp:nvSpPr>
        <dsp:cNvPr id="0" name=""/>
        <dsp:cNvSpPr/>
      </dsp:nvSpPr>
      <dsp:spPr>
        <a:xfrm>
          <a:off x="8384760" y="12499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B903C9-5744-4876-937D-11F043B62128}">
      <dsp:nvSpPr>
        <dsp:cNvPr id="0" name=""/>
        <dsp:cNvSpPr/>
      </dsp:nvSpPr>
      <dsp:spPr>
        <a:xfrm>
          <a:off x="8638747" y="14912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ja-JP" sz="2000" kern="1200" dirty="0"/>
            <a:t>ワークロードの割り当て</a:t>
          </a:r>
          <a:endParaRPr lang="en-US" sz="2000" kern="1200" dirty="0"/>
        </a:p>
      </dsp:txBody>
      <dsp:txXfrm>
        <a:off x="8681261" y="1533793"/>
        <a:ext cx="2200851" cy="136650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D9F67A-CB18-4F65-BCC0-52F21A32737C}">
      <dsp:nvSpPr>
        <dsp:cNvPr id="0" name=""/>
        <dsp:cNvSpPr/>
      </dsp:nvSpPr>
      <dsp:spPr>
        <a:xfrm>
          <a:off x="2182810" y="1081923"/>
          <a:ext cx="3121474" cy="2028958"/>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ja-JP" sz="3400" kern="1200" dirty="0"/>
            <a:t>クラウドゲーム市場が拡大</a:t>
          </a:r>
          <a:endParaRPr lang="en-US" sz="3400" kern="1200" dirty="0"/>
        </a:p>
      </dsp:txBody>
      <dsp:txXfrm>
        <a:off x="2281856" y="1180969"/>
        <a:ext cx="2923382" cy="1830866"/>
      </dsp:txXfrm>
    </dsp:sp>
    <dsp:sp modelId="{30FB3209-FB68-4C2D-B33B-39271A96D9DF}">
      <dsp:nvSpPr>
        <dsp:cNvPr id="0" name=""/>
        <dsp:cNvSpPr/>
      </dsp:nvSpPr>
      <dsp:spPr>
        <a:xfrm>
          <a:off x="3743547" y="376035"/>
          <a:ext cx="3440733" cy="3440733"/>
        </a:xfrm>
        <a:custGeom>
          <a:avLst/>
          <a:gdLst/>
          <a:ahLst/>
          <a:cxnLst/>
          <a:rect l="0" t="0" r="0" b="0"/>
          <a:pathLst>
            <a:path>
              <a:moveTo>
                <a:pt x="347511" y="683578"/>
              </a:moveTo>
              <a:arcTo wR="1720366" hR="1720366" stAng="13023620" swAng="6352761"/>
            </a:path>
          </a:pathLst>
        </a:cu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C118738-2165-48B8-BFBD-369F333AD65B}">
      <dsp:nvSpPr>
        <dsp:cNvPr id="0" name=""/>
        <dsp:cNvSpPr/>
      </dsp:nvSpPr>
      <dsp:spPr>
        <a:xfrm>
          <a:off x="5623544" y="1081923"/>
          <a:ext cx="3121474" cy="202895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ja-JP" sz="3400" kern="1200" dirty="0"/>
            <a:t>低コストで誰で</a:t>
          </a:r>
          <a:r>
            <a:rPr lang="ja-JP" altLang="en-US" sz="3400" kern="1200" dirty="0"/>
            <a:t>も</a:t>
          </a:r>
          <a:r>
            <a:rPr lang="ja-JP" sz="3400" kern="1200" dirty="0"/>
            <a:t>できる</a:t>
          </a:r>
          <a:endParaRPr lang="en-US" sz="3400" kern="1200" dirty="0"/>
        </a:p>
      </dsp:txBody>
      <dsp:txXfrm>
        <a:off x="5722590" y="1180969"/>
        <a:ext cx="2923382" cy="1830866"/>
      </dsp:txXfrm>
    </dsp:sp>
    <dsp:sp modelId="{89B56972-FADD-4BFB-94E8-0D08148174A1}">
      <dsp:nvSpPr>
        <dsp:cNvPr id="0" name=""/>
        <dsp:cNvSpPr/>
      </dsp:nvSpPr>
      <dsp:spPr>
        <a:xfrm>
          <a:off x="3743547" y="376035"/>
          <a:ext cx="3440733" cy="3440733"/>
        </a:xfrm>
        <a:custGeom>
          <a:avLst/>
          <a:gdLst/>
          <a:ahLst/>
          <a:cxnLst/>
          <a:rect l="0" t="0" r="0" b="0"/>
          <a:pathLst>
            <a:path>
              <a:moveTo>
                <a:pt x="3093222" y="2757155"/>
              </a:moveTo>
              <a:arcTo wR="1720366" hR="1720366" stAng="2223620" swAng="6352761"/>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AF42A0-AF03-44EB-B7D0-B094ED43CD6A}">
      <dsp:nvSpPr>
        <dsp:cNvPr id="0" name=""/>
        <dsp:cNvSpPr/>
      </dsp:nvSpPr>
      <dsp:spPr>
        <a:xfrm>
          <a:off x="0" y="9583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C68141-1C9D-42BF-B6DB-F480BBBB810E}">
      <dsp:nvSpPr>
        <dsp:cNvPr id="0" name=""/>
        <dsp:cNvSpPr/>
      </dsp:nvSpPr>
      <dsp:spPr>
        <a:xfrm>
          <a:off x="341494" y="12827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kumimoji="1" lang="ja-JP" sz="2700" kern="1200" dirty="0"/>
            <a:t>ユーザ増加により通信増加</a:t>
          </a:r>
          <a:endParaRPr lang="en-US" sz="2700" kern="1200" dirty="0"/>
        </a:p>
      </dsp:txBody>
      <dsp:txXfrm>
        <a:off x="398656" y="1339953"/>
        <a:ext cx="2959127" cy="1837317"/>
      </dsp:txXfrm>
    </dsp:sp>
    <dsp:sp modelId="{FFF63CDB-7E47-49D3-93F8-FC51AFE317F6}">
      <dsp:nvSpPr>
        <dsp:cNvPr id="0" name=""/>
        <dsp:cNvSpPr/>
      </dsp:nvSpPr>
      <dsp:spPr>
        <a:xfrm>
          <a:off x="3756441" y="9583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9A2F15-7E61-4A5B-87D1-9DE963B0C48B}">
      <dsp:nvSpPr>
        <dsp:cNvPr id="0" name=""/>
        <dsp:cNvSpPr/>
      </dsp:nvSpPr>
      <dsp:spPr>
        <a:xfrm>
          <a:off x="4097935" y="12827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kumimoji="1" lang="en-US" sz="2700" kern="1200" dirty="0"/>
            <a:t>ISP(Internet Service Provider)</a:t>
          </a:r>
          <a:r>
            <a:rPr kumimoji="1" lang="ja-JP" sz="2700" kern="1200" dirty="0"/>
            <a:t>の設備投資</a:t>
          </a:r>
          <a:endParaRPr lang="en-US" sz="2700" kern="1200" dirty="0"/>
        </a:p>
      </dsp:txBody>
      <dsp:txXfrm>
        <a:off x="4155097" y="1339953"/>
        <a:ext cx="2959127" cy="1837317"/>
      </dsp:txXfrm>
    </dsp:sp>
    <dsp:sp modelId="{5F3CA854-3875-45DF-84E9-9072DDDF5E58}">
      <dsp:nvSpPr>
        <dsp:cNvPr id="0" name=""/>
        <dsp:cNvSpPr/>
      </dsp:nvSpPr>
      <dsp:spPr>
        <a:xfrm>
          <a:off x="7512882" y="9583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C78573-F25D-4ADE-B990-6185D08802AA}">
      <dsp:nvSpPr>
        <dsp:cNvPr id="0" name=""/>
        <dsp:cNvSpPr/>
      </dsp:nvSpPr>
      <dsp:spPr>
        <a:xfrm>
          <a:off x="7854377" y="12827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kumimoji="1" lang="ja-JP" sz="2700" kern="1200" dirty="0"/>
            <a:t>売上の増加の少なさ</a:t>
          </a:r>
          <a:endParaRPr lang="en-US" sz="2700" kern="1200" dirty="0"/>
        </a:p>
      </dsp:txBody>
      <dsp:txXfrm>
        <a:off x="7911539" y="13399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BCE024-5105-A367-3C94-D25B5696826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A0C1AD5-AC40-2325-59BE-DC1DBB9FFE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1B0F677-ADDE-50A6-ACA7-ACC57C91200D}"/>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EE803BBB-72B7-9CA1-E605-A77C1007B9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251BCB-0DB4-09D7-BBD3-A5654D14ABEC}"/>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2413903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F85C72-A55A-EAC5-14F4-090C5E921E6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0EA085C-D12F-E3A9-5C3C-B2A5A400A66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4AC03A-547C-D955-02DD-7EBFC8DA0806}"/>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0ACA624F-A9CC-DC2C-7FE0-4EBDD4B33D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A9DB7-66B5-54DE-EE80-CEC57D8F16CC}"/>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2072754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CB6684-A1C4-370B-A5F2-33C5B8658C1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B29502-1638-7E0F-0D29-EDF85C765F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ACBCA2B-A05F-9B08-F076-CB2AB3121415}"/>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1EE258EC-6CC2-F06F-83D5-451CF0C9572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EAE65B-C3DD-C89B-9F03-F554295DF12D}"/>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3364438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EE6D1A-31E4-A127-A2B9-9618DD85C7E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51853D0-A4E6-E470-F54D-1DE0764D160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2D280DB-7F24-A67C-69BC-E6095D798CC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B1E732C-5E80-0C3C-732E-67698AD3C5A7}"/>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6" name="フッター プレースホルダー 5">
            <a:extLst>
              <a:ext uri="{FF2B5EF4-FFF2-40B4-BE49-F238E27FC236}">
                <a16:creationId xmlns:a16="http://schemas.microsoft.com/office/drawing/2014/main" id="{BA99F793-5287-8C67-034A-5ED60718D3E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8B02084-8F6F-D4B7-ECCE-155006BA0E5F}"/>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3745832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387D6D-1262-C35E-E2A6-850F4947F7E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1529DBC-F18E-87FD-E36B-B316E8C42E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B8AFED5-DDB6-16B5-682C-A3A2BC637CC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01466F5-5DAB-850B-9B92-7C0A434C29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8144A29-7036-0627-BC52-7F9C6361292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6701854-4F2D-46B1-0371-18BD0EED71FC}"/>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8" name="フッター プレースホルダー 7">
            <a:extLst>
              <a:ext uri="{FF2B5EF4-FFF2-40B4-BE49-F238E27FC236}">
                <a16:creationId xmlns:a16="http://schemas.microsoft.com/office/drawing/2014/main" id="{61A59190-220D-1226-FB2C-68CFBC2E79C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8ADA8AF-43D1-A795-7FEF-3D2BFBAF5B9C}"/>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846159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741331-395F-670B-D08D-224F5F9C00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93E44A1-4707-FBC0-D372-46A844DEF85D}"/>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4" name="フッター プレースホルダー 3">
            <a:extLst>
              <a:ext uri="{FF2B5EF4-FFF2-40B4-BE49-F238E27FC236}">
                <a16:creationId xmlns:a16="http://schemas.microsoft.com/office/drawing/2014/main" id="{FB220740-E1CB-4A07-C1DF-5A67F39F894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04CB2E6-A1A7-4A71-5048-33E1269F7561}"/>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3717371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186F8B9-DA7C-134B-7400-56DB70DB0774}"/>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3" name="フッター プレースホルダー 2">
            <a:extLst>
              <a:ext uri="{FF2B5EF4-FFF2-40B4-BE49-F238E27FC236}">
                <a16:creationId xmlns:a16="http://schemas.microsoft.com/office/drawing/2014/main" id="{DC4862E4-72C5-7781-045A-1212B4748CD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D7AAFD-C6C0-858A-D3E5-29B689C24212}"/>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2905996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B1A698-B08F-17A5-6C9E-B2B26F9B11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24A75FD-EADD-E96F-052C-EA32EE4FAF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AB18474-8FA2-F3C0-CE43-359E9510C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455373A-8758-E9BD-6FD3-43EF21FDCA40}"/>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6" name="フッター プレースホルダー 5">
            <a:extLst>
              <a:ext uri="{FF2B5EF4-FFF2-40B4-BE49-F238E27FC236}">
                <a16:creationId xmlns:a16="http://schemas.microsoft.com/office/drawing/2014/main" id="{48A55F3F-3A93-AFC5-A828-ACBCBCE7E8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285485-B6FF-D0B5-5367-FCB456B35758}"/>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84151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3CC3DA-C7FE-C078-9C76-183A70D6C1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451A2C4-341F-9D1E-C3F9-FFF9961513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FA3A681-81E5-F13A-593D-AFCF9DFD9A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39980A8-9504-E42B-D49B-3E713C039297}"/>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6" name="フッター プレースホルダー 5">
            <a:extLst>
              <a:ext uri="{FF2B5EF4-FFF2-40B4-BE49-F238E27FC236}">
                <a16:creationId xmlns:a16="http://schemas.microsoft.com/office/drawing/2014/main" id="{54B30B05-AC45-0018-F075-07257FC53E0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0522A7E-4EDE-7E35-AB9B-1FB1A37F1C33}"/>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232497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FC0A8F-E2F7-0DDB-AE61-52812731274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CAAC5AD-4C98-B653-0A1A-940C02D0519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473E4B-71D7-BEC7-4905-09FF9B2BB101}"/>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C4463898-6936-F217-1B37-E587EC2D8A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7662CF-4BBE-8833-D571-C8C59699DE25}"/>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2721275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B1B78AB-0C79-64F8-5156-4DAA842AF92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773AFA3-6994-E830-6496-EAFD875815C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1EF60F-0B33-335B-D1A2-15922E4A1B52}"/>
              </a:ext>
            </a:extLst>
          </p:cNvPr>
          <p:cNvSpPr>
            <a:spLocks noGrp="1"/>
          </p:cNvSpPr>
          <p:nvPr>
            <p:ph type="dt" sz="half" idx="10"/>
          </p:nvPr>
        </p:nvSpPr>
        <p:spPr/>
        <p:txBody>
          <a:bodyPr/>
          <a:lstStyle/>
          <a:p>
            <a:fld id="{A07AAB4F-65D1-4C14-BC0F-534938A672ED}"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15DD2025-D586-BB12-21A9-93A1F1734A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824562E-60FB-5A24-462E-E7CE1302ECF2}"/>
              </a:ext>
            </a:extLst>
          </p:cNvPr>
          <p:cNvSpPr>
            <a:spLocks noGrp="1"/>
          </p:cNvSpPr>
          <p:nvPr>
            <p:ph type="sldNum" sz="quarter" idx="12"/>
          </p:nvPr>
        </p:nvSpPr>
        <p:spPr/>
        <p:txBody>
          <a:body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205520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C9E265E-49CD-FE1E-1BA5-D7CA38AFCB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3255963-368D-75CE-3A7E-72FE244900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3EC8DAE-43F5-40DE-C9D5-91D9215877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AAB4F-65D1-4C14-BC0F-534938A672ED}"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FC75578A-FF53-3325-4D2E-EB169FD925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499A132-FBC6-30B1-5BA2-10B2F903E5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3E985D-C458-44FD-977A-C638A3CD89F8}" type="slidenum">
              <a:rPr kumimoji="1" lang="ja-JP" altLang="en-US" smtClean="0"/>
              <a:t>‹#›</a:t>
            </a:fld>
            <a:endParaRPr kumimoji="1" lang="ja-JP" altLang="en-US"/>
          </a:p>
        </p:txBody>
      </p:sp>
    </p:spTree>
    <p:extLst>
      <p:ext uri="{BB962C8B-B14F-4D97-AF65-F5344CB8AC3E}">
        <p14:creationId xmlns:p14="http://schemas.microsoft.com/office/powerpoint/2010/main" val="267541382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AA5A7959-8AF1-6E56-8BF1-D2F814C243B4}"/>
              </a:ext>
            </a:extLst>
          </p:cNvPr>
          <p:cNvSpPr>
            <a:spLocks noGrp="1"/>
          </p:cNvSpPr>
          <p:nvPr>
            <p:ph type="ctrTitle"/>
          </p:nvPr>
        </p:nvSpPr>
        <p:spPr>
          <a:xfrm>
            <a:off x="1314824" y="735106"/>
            <a:ext cx="10053763" cy="2928470"/>
          </a:xfrm>
        </p:spPr>
        <p:txBody>
          <a:bodyPr anchor="b">
            <a:normAutofit/>
          </a:bodyPr>
          <a:lstStyle/>
          <a:p>
            <a:pPr algn="l"/>
            <a:r>
              <a:rPr kumimoji="1" lang="ja-JP" altLang="en-US" sz="4800">
                <a:solidFill>
                  <a:srgbClr val="FFFFFF"/>
                </a:solidFill>
              </a:rPr>
              <a:t>宮澤研究室　春休み課題</a:t>
            </a:r>
          </a:p>
        </p:txBody>
      </p:sp>
      <p:sp>
        <p:nvSpPr>
          <p:cNvPr id="3" name="字幕 2">
            <a:extLst>
              <a:ext uri="{FF2B5EF4-FFF2-40B4-BE49-F238E27FC236}">
                <a16:creationId xmlns:a16="http://schemas.microsoft.com/office/drawing/2014/main" id="{BDCB1E51-EF82-C1C8-494D-602289BEA112}"/>
              </a:ext>
            </a:extLst>
          </p:cNvPr>
          <p:cNvSpPr>
            <a:spLocks noGrp="1"/>
          </p:cNvSpPr>
          <p:nvPr>
            <p:ph type="subTitle" idx="1"/>
          </p:nvPr>
        </p:nvSpPr>
        <p:spPr>
          <a:xfrm>
            <a:off x="1350682" y="4870824"/>
            <a:ext cx="10005951" cy="1458258"/>
          </a:xfrm>
        </p:spPr>
        <p:txBody>
          <a:bodyPr anchor="ctr">
            <a:normAutofit/>
          </a:bodyPr>
          <a:lstStyle/>
          <a:p>
            <a:pPr algn="l"/>
            <a:r>
              <a:rPr kumimoji="1" lang="en-US" altLang="ja-JP" dirty="0"/>
              <a:t>2023TS030</a:t>
            </a:r>
            <a:r>
              <a:rPr kumimoji="1" lang="ja-JP" altLang="en-US" dirty="0"/>
              <a:t>　</a:t>
            </a:r>
            <a:r>
              <a:rPr kumimoji="1" lang="en-US" altLang="ja-JP" dirty="0"/>
              <a:t> </a:t>
            </a:r>
            <a:r>
              <a:rPr kumimoji="1" lang="ja-JP" altLang="en-US" dirty="0"/>
              <a:t>川瀬　翔大</a:t>
            </a:r>
            <a:endParaRPr kumimoji="1" lang="ja-JP" altLang="en-US"/>
          </a:p>
        </p:txBody>
      </p:sp>
    </p:spTree>
    <p:extLst>
      <p:ext uri="{BB962C8B-B14F-4D97-AF65-F5344CB8AC3E}">
        <p14:creationId xmlns:p14="http://schemas.microsoft.com/office/powerpoint/2010/main" val="3974918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43DF2EA6-F237-913D-3C3F-B32FBA4B27CD}"/>
              </a:ext>
            </a:extLst>
          </p:cNvPr>
          <p:cNvSpPr>
            <a:spLocks noGrp="1"/>
          </p:cNvSpPr>
          <p:nvPr>
            <p:ph type="title"/>
          </p:nvPr>
        </p:nvSpPr>
        <p:spPr>
          <a:xfrm>
            <a:off x="1371597" y="348865"/>
            <a:ext cx="10044023" cy="877729"/>
          </a:xfrm>
        </p:spPr>
        <p:txBody>
          <a:bodyPr anchor="ctr">
            <a:normAutofit/>
          </a:bodyPr>
          <a:lstStyle/>
          <a:p>
            <a:r>
              <a:rPr lang="en-US" altLang="ja-JP" sz="2800">
                <a:solidFill>
                  <a:srgbClr val="FFFFFF"/>
                </a:solidFill>
              </a:rPr>
              <a:t>A view of cloud computing,’’ CACM, Vol.53, No.4, pp. 50–58,</a:t>
            </a:r>
            <a:r>
              <a:rPr lang="ja-JP" altLang="en-US" sz="2800">
                <a:solidFill>
                  <a:srgbClr val="FFFFFF"/>
                </a:solidFill>
              </a:rPr>
              <a:t>について</a:t>
            </a:r>
            <a:endParaRPr kumimoji="1" lang="ja-JP" altLang="en-US" sz="2800">
              <a:solidFill>
                <a:srgbClr val="FFFFFF"/>
              </a:solidFill>
            </a:endParaRPr>
          </a:p>
        </p:txBody>
      </p:sp>
      <p:graphicFrame>
        <p:nvGraphicFramePr>
          <p:cNvPr id="5" name="コンテンツ プレースホルダー 2">
            <a:extLst>
              <a:ext uri="{FF2B5EF4-FFF2-40B4-BE49-F238E27FC236}">
                <a16:creationId xmlns:a16="http://schemas.microsoft.com/office/drawing/2014/main" id="{4F7F3DB8-A49B-A31B-856B-C528C4D22D22}"/>
              </a:ext>
            </a:extLst>
          </p:cNvPr>
          <p:cNvGraphicFramePr>
            <a:graphicFrameLocks noGrp="1"/>
          </p:cNvGraphicFramePr>
          <p:nvPr>
            <p:ph idx="1"/>
            <p:extLst>
              <p:ext uri="{D42A27DB-BD31-4B8C-83A1-F6EECF244321}">
                <p14:modId xmlns:p14="http://schemas.microsoft.com/office/powerpoint/2010/main" val="25039478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5218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B6170F58-763B-6C37-CEB5-F17ABBCF9557}"/>
              </a:ext>
            </a:extLst>
          </p:cNvPr>
          <p:cNvSpPr>
            <a:spLocks noGrp="1"/>
          </p:cNvSpPr>
          <p:nvPr>
            <p:ph type="title"/>
          </p:nvPr>
        </p:nvSpPr>
        <p:spPr>
          <a:xfrm>
            <a:off x="1371597" y="348865"/>
            <a:ext cx="10044023" cy="877729"/>
          </a:xfrm>
        </p:spPr>
        <p:txBody>
          <a:bodyPr anchor="ctr">
            <a:normAutofit/>
          </a:bodyPr>
          <a:lstStyle/>
          <a:p>
            <a:r>
              <a:rPr lang="en-US" altLang="ja-JP" sz="4000">
                <a:solidFill>
                  <a:srgbClr val="FFFFFF"/>
                </a:solidFill>
              </a:rPr>
              <a:t>A Viewof CloudComputing</a:t>
            </a:r>
            <a:r>
              <a:rPr lang="ja-JP" altLang="en-US" sz="4000">
                <a:solidFill>
                  <a:srgbClr val="FFFFFF"/>
                </a:solidFill>
              </a:rPr>
              <a:t>を読む価値</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11E38716-47CD-38DD-4990-CC59A6B739D0}"/>
              </a:ext>
            </a:extLst>
          </p:cNvPr>
          <p:cNvGraphicFramePr>
            <a:graphicFrameLocks noGrp="1"/>
          </p:cNvGraphicFramePr>
          <p:nvPr>
            <p:ph idx="1"/>
            <p:extLst>
              <p:ext uri="{D42A27DB-BD31-4B8C-83A1-F6EECF244321}">
                <p14:modId xmlns:p14="http://schemas.microsoft.com/office/powerpoint/2010/main" val="149875496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6564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6794548-87C4-1EEB-309F-A5BBD5ACD6DA}"/>
              </a:ext>
            </a:extLst>
          </p:cNvPr>
          <p:cNvSpPr>
            <a:spLocks noGrp="1"/>
          </p:cNvSpPr>
          <p:nvPr>
            <p:ph type="title"/>
          </p:nvPr>
        </p:nvSpPr>
        <p:spPr>
          <a:xfrm>
            <a:off x="1371597" y="348865"/>
            <a:ext cx="10044023" cy="877729"/>
          </a:xfrm>
        </p:spPr>
        <p:txBody>
          <a:bodyPr anchor="ctr">
            <a:normAutofit/>
          </a:bodyPr>
          <a:lstStyle/>
          <a:p>
            <a:r>
              <a:rPr kumimoji="1" lang="ja-JP" altLang="en-US" sz="4000">
                <a:solidFill>
                  <a:srgbClr val="FFFFFF"/>
                </a:solidFill>
              </a:rPr>
              <a:t>著者の主張</a:t>
            </a:r>
          </a:p>
        </p:txBody>
      </p:sp>
      <p:graphicFrame>
        <p:nvGraphicFramePr>
          <p:cNvPr id="5" name="コンテンツ プレースホルダー 2">
            <a:extLst>
              <a:ext uri="{FF2B5EF4-FFF2-40B4-BE49-F238E27FC236}">
                <a16:creationId xmlns:a16="http://schemas.microsoft.com/office/drawing/2014/main" id="{227A079D-1067-3460-30D8-0B1A30F283A8}"/>
              </a:ext>
            </a:extLst>
          </p:cNvPr>
          <p:cNvGraphicFramePr>
            <a:graphicFrameLocks noGrp="1"/>
          </p:cNvGraphicFramePr>
          <p:nvPr>
            <p:ph idx="1"/>
            <p:extLst>
              <p:ext uri="{D42A27DB-BD31-4B8C-83A1-F6EECF244321}">
                <p14:modId xmlns:p14="http://schemas.microsoft.com/office/powerpoint/2010/main" val="61371524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7879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309415A-C90A-3618-6296-D5C31E362A76}"/>
              </a:ext>
            </a:extLst>
          </p:cNvPr>
          <p:cNvSpPr>
            <a:spLocks noGrp="1"/>
          </p:cNvSpPr>
          <p:nvPr>
            <p:ph type="title"/>
          </p:nvPr>
        </p:nvSpPr>
        <p:spPr>
          <a:xfrm>
            <a:off x="1371597" y="348865"/>
            <a:ext cx="10044023" cy="877729"/>
          </a:xfrm>
        </p:spPr>
        <p:txBody>
          <a:bodyPr anchor="ctr">
            <a:normAutofit/>
          </a:bodyPr>
          <a:lstStyle/>
          <a:p>
            <a:r>
              <a:rPr lang="ja-JP" altLang="en-US" sz="4000">
                <a:solidFill>
                  <a:srgbClr val="FFFFFF"/>
                </a:solidFill>
              </a:rPr>
              <a:t>クラウドの課題点</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63CD43C5-1B8C-3FEB-844B-3F2F2096D764}"/>
              </a:ext>
            </a:extLst>
          </p:cNvPr>
          <p:cNvGraphicFramePr>
            <a:graphicFrameLocks noGrp="1"/>
          </p:cNvGraphicFramePr>
          <p:nvPr>
            <p:ph idx="1"/>
            <p:extLst>
              <p:ext uri="{D42A27DB-BD31-4B8C-83A1-F6EECF244321}">
                <p14:modId xmlns:p14="http://schemas.microsoft.com/office/powerpoint/2010/main" val="40711742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90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8A8F675-559B-4315-7C37-107F0C6C1E09}"/>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参考文献</a:t>
            </a:r>
          </a:p>
        </p:txBody>
      </p:sp>
      <p:sp>
        <p:nvSpPr>
          <p:cNvPr id="3" name="コンテンツ プレースホルダー 2">
            <a:extLst>
              <a:ext uri="{FF2B5EF4-FFF2-40B4-BE49-F238E27FC236}">
                <a16:creationId xmlns:a16="http://schemas.microsoft.com/office/drawing/2014/main" id="{03F4D276-E2EA-85FA-C0B6-36CFB8AAFB6C}"/>
              </a:ext>
            </a:extLst>
          </p:cNvPr>
          <p:cNvSpPr>
            <a:spLocks noGrp="1"/>
          </p:cNvSpPr>
          <p:nvPr>
            <p:ph idx="1"/>
          </p:nvPr>
        </p:nvSpPr>
        <p:spPr>
          <a:xfrm>
            <a:off x="1371599" y="2318197"/>
            <a:ext cx="9724031" cy="3683358"/>
          </a:xfrm>
        </p:spPr>
        <p:txBody>
          <a:bodyPr anchor="ctr">
            <a:normAutofit/>
          </a:bodyPr>
          <a:lstStyle/>
          <a:p>
            <a:r>
              <a:rPr lang="en-US" altLang="ja-JP" sz="2000"/>
              <a:t>M. Armbrust, et al., ``A view of cloud computing,’’ CACM, Vol.53, No.4, pp. 50–58, 2010.https://dl.acm.org/doi/epdf/10.1145/1721654.1721672</a:t>
            </a:r>
          </a:p>
          <a:p>
            <a:pPr marL="0" indent="0">
              <a:buNone/>
            </a:pPr>
            <a:r>
              <a:rPr lang="ja-JP" altLang="en-US" sz="2000"/>
              <a:t>　</a:t>
            </a:r>
            <a:endParaRPr kumimoji="1" lang="ja-JP" altLang="en-US" sz="2000"/>
          </a:p>
        </p:txBody>
      </p:sp>
    </p:spTree>
    <p:extLst>
      <p:ext uri="{BB962C8B-B14F-4D97-AF65-F5344CB8AC3E}">
        <p14:creationId xmlns:p14="http://schemas.microsoft.com/office/powerpoint/2010/main" val="911430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DC46DE2-18B8-EBA6-5CD9-E33D52B45B09}"/>
              </a:ext>
            </a:extLst>
          </p:cNvPr>
          <p:cNvSpPr>
            <a:spLocks noGrp="1"/>
          </p:cNvSpPr>
          <p:nvPr>
            <p:ph type="title"/>
          </p:nvPr>
        </p:nvSpPr>
        <p:spPr>
          <a:xfrm>
            <a:off x="1371597" y="348865"/>
            <a:ext cx="10044023" cy="877729"/>
          </a:xfrm>
        </p:spPr>
        <p:txBody>
          <a:bodyPr anchor="ctr">
            <a:normAutofit/>
          </a:bodyPr>
          <a:lstStyle/>
          <a:p>
            <a:r>
              <a:rPr lang="en-US" altLang="ja-JP" sz="3400" dirty="0">
                <a:solidFill>
                  <a:srgbClr val="FFFFFF"/>
                </a:solidFill>
              </a:rPr>
              <a:t>Edge Computing: Vision and Challenges</a:t>
            </a:r>
            <a:r>
              <a:rPr lang="ja-JP" altLang="en-US" sz="3400" dirty="0">
                <a:solidFill>
                  <a:srgbClr val="FFFFFF"/>
                </a:solidFill>
              </a:rPr>
              <a:t>について</a:t>
            </a:r>
            <a:endParaRPr kumimoji="1" lang="ja-JP" altLang="en-US" sz="3400" dirty="0">
              <a:solidFill>
                <a:srgbClr val="FFFFFF"/>
              </a:solidFill>
            </a:endParaRPr>
          </a:p>
        </p:txBody>
      </p:sp>
      <p:graphicFrame>
        <p:nvGraphicFramePr>
          <p:cNvPr id="25" name="コンテンツ プレースホルダー 2">
            <a:extLst>
              <a:ext uri="{FF2B5EF4-FFF2-40B4-BE49-F238E27FC236}">
                <a16:creationId xmlns:a16="http://schemas.microsoft.com/office/drawing/2014/main" id="{A085F66A-A38B-3F66-BAC4-BE02677B28C8}"/>
              </a:ext>
            </a:extLst>
          </p:cNvPr>
          <p:cNvGraphicFramePr>
            <a:graphicFrameLocks noGrp="1"/>
          </p:cNvGraphicFramePr>
          <p:nvPr>
            <p:ph idx="1"/>
            <p:extLst>
              <p:ext uri="{D42A27DB-BD31-4B8C-83A1-F6EECF244321}">
                <p14:modId xmlns:p14="http://schemas.microsoft.com/office/powerpoint/2010/main" val="68689854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3732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AF51B4F0-E06E-6FAD-FC66-A34407719402}"/>
              </a:ext>
            </a:extLst>
          </p:cNvPr>
          <p:cNvSpPr>
            <a:spLocks noGrp="1"/>
          </p:cNvSpPr>
          <p:nvPr>
            <p:ph type="title"/>
          </p:nvPr>
        </p:nvSpPr>
        <p:spPr>
          <a:xfrm>
            <a:off x="1371597" y="348865"/>
            <a:ext cx="10044023" cy="877729"/>
          </a:xfrm>
        </p:spPr>
        <p:txBody>
          <a:bodyPr anchor="ctr">
            <a:normAutofit/>
          </a:bodyPr>
          <a:lstStyle/>
          <a:p>
            <a:r>
              <a:rPr kumimoji="1" lang="ja-JP" altLang="en-US" sz="4000">
                <a:solidFill>
                  <a:srgbClr val="FFFFFF"/>
                </a:solidFill>
              </a:rPr>
              <a:t>必要性</a:t>
            </a:r>
          </a:p>
        </p:txBody>
      </p:sp>
      <p:graphicFrame>
        <p:nvGraphicFramePr>
          <p:cNvPr id="5" name="コンテンツ プレースホルダー 2">
            <a:extLst>
              <a:ext uri="{FF2B5EF4-FFF2-40B4-BE49-F238E27FC236}">
                <a16:creationId xmlns:a16="http://schemas.microsoft.com/office/drawing/2014/main" id="{B9F25640-9460-D687-F574-59D8EBFE38C3}"/>
              </a:ext>
            </a:extLst>
          </p:cNvPr>
          <p:cNvGraphicFramePr>
            <a:graphicFrameLocks noGrp="1"/>
          </p:cNvGraphicFramePr>
          <p:nvPr>
            <p:ph idx="1"/>
            <p:extLst>
              <p:ext uri="{D42A27DB-BD31-4B8C-83A1-F6EECF244321}">
                <p14:modId xmlns:p14="http://schemas.microsoft.com/office/powerpoint/2010/main" val="318115748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7806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3066E4FD-B72B-57A0-1CA1-092E3C444A96}"/>
              </a:ext>
            </a:extLst>
          </p:cNvPr>
          <p:cNvSpPr>
            <a:spLocks noGrp="1"/>
          </p:cNvSpPr>
          <p:nvPr>
            <p:ph type="title"/>
          </p:nvPr>
        </p:nvSpPr>
        <p:spPr>
          <a:xfrm>
            <a:off x="1371597" y="348865"/>
            <a:ext cx="10044023" cy="877729"/>
          </a:xfrm>
        </p:spPr>
        <p:txBody>
          <a:bodyPr anchor="ctr">
            <a:normAutofit/>
          </a:bodyPr>
          <a:lstStyle/>
          <a:p>
            <a:r>
              <a:rPr lang="ja-JP" altLang="en-US" sz="4000">
                <a:solidFill>
                  <a:srgbClr val="FFFFFF"/>
                </a:solidFill>
              </a:rPr>
              <a:t>活用例</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1469AE10-40BD-E44C-7888-1DB3D5DF8BF4}"/>
              </a:ext>
            </a:extLst>
          </p:cNvPr>
          <p:cNvGraphicFramePr>
            <a:graphicFrameLocks noGrp="1"/>
          </p:cNvGraphicFramePr>
          <p:nvPr>
            <p:ph idx="1"/>
            <p:extLst>
              <p:ext uri="{D42A27DB-BD31-4B8C-83A1-F6EECF244321}">
                <p14:modId xmlns:p14="http://schemas.microsoft.com/office/powerpoint/2010/main" val="325930322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2261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6819D2C-2D57-7FD9-0F5E-AC6A79B80329}"/>
              </a:ext>
            </a:extLst>
          </p:cNvPr>
          <p:cNvSpPr>
            <a:spLocks noGrp="1"/>
          </p:cNvSpPr>
          <p:nvPr>
            <p:ph type="title"/>
          </p:nvPr>
        </p:nvSpPr>
        <p:spPr>
          <a:xfrm>
            <a:off x="1371597" y="348865"/>
            <a:ext cx="10044023" cy="877729"/>
          </a:xfrm>
        </p:spPr>
        <p:txBody>
          <a:bodyPr anchor="ctr">
            <a:normAutofit/>
          </a:bodyPr>
          <a:lstStyle/>
          <a:p>
            <a:r>
              <a:rPr kumimoji="1" lang="ja-JP" altLang="en-US" sz="4000">
                <a:solidFill>
                  <a:srgbClr val="FFFFFF"/>
                </a:solidFill>
              </a:rPr>
              <a:t>エッジの課題</a:t>
            </a:r>
          </a:p>
        </p:txBody>
      </p:sp>
      <p:graphicFrame>
        <p:nvGraphicFramePr>
          <p:cNvPr id="5" name="コンテンツ プレースホルダー 2">
            <a:extLst>
              <a:ext uri="{FF2B5EF4-FFF2-40B4-BE49-F238E27FC236}">
                <a16:creationId xmlns:a16="http://schemas.microsoft.com/office/drawing/2014/main" id="{2712F55D-F11C-A6D9-9A0F-A81CF6ADD297}"/>
              </a:ext>
            </a:extLst>
          </p:cNvPr>
          <p:cNvGraphicFramePr>
            <a:graphicFrameLocks noGrp="1"/>
          </p:cNvGraphicFramePr>
          <p:nvPr>
            <p:ph idx="1"/>
            <p:extLst>
              <p:ext uri="{D42A27DB-BD31-4B8C-83A1-F6EECF244321}">
                <p14:modId xmlns:p14="http://schemas.microsoft.com/office/powerpoint/2010/main" val="27187128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819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74EE437-D31E-D2AB-B186-304FFF044E97}"/>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結論</a:t>
            </a:r>
          </a:p>
        </p:txBody>
      </p:sp>
      <p:sp>
        <p:nvSpPr>
          <p:cNvPr id="3" name="コンテンツ プレースホルダー 2">
            <a:extLst>
              <a:ext uri="{FF2B5EF4-FFF2-40B4-BE49-F238E27FC236}">
                <a16:creationId xmlns:a16="http://schemas.microsoft.com/office/drawing/2014/main" id="{582354A0-6D77-D285-9219-C2B6D03A6B38}"/>
              </a:ext>
            </a:extLst>
          </p:cNvPr>
          <p:cNvSpPr>
            <a:spLocks noGrp="1"/>
          </p:cNvSpPr>
          <p:nvPr>
            <p:ph idx="1"/>
          </p:nvPr>
        </p:nvSpPr>
        <p:spPr>
          <a:xfrm>
            <a:off x="1371599" y="2318197"/>
            <a:ext cx="9724031" cy="3683358"/>
          </a:xfrm>
        </p:spPr>
        <p:txBody>
          <a:bodyPr anchor="ctr">
            <a:normAutofit/>
          </a:bodyPr>
          <a:lstStyle/>
          <a:p>
            <a:r>
              <a:rPr lang="ja-JP" altLang="en-US" sz="2000" dirty="0"/>
              <a:t>エッジでデータを処理することで応答時間の短縮と信頼性の向上が保証されるため、ますます多くのサービスがクラウドからネットワークのエッジへと移⾏している</a:t>
            </a:r>
            <a:endParaRPr lang="en-US" altLang="ja-JP" sz="2000" dirty="0"/>
          </a:p>
          <a:p>
            <a:endParaRPr lang="en-US" altLang="ja-JP" sz="2000" dirty="0"/>
          </a:p>
          <a:p>
            <a:endParaRPr lang="en-US" altLang="ja-JP" sz="2000" dirty="0"/>
          </a:p>
          <a:p>
            <a:endParaRPr kumimoji="1" lang="en-US" altLang="ja-JP" sz="2000" dirty="0"/>
          </a:p>
          <a:p>
            <a:endParaRPr kumimoji="1" lang="ja-JP" altLang="en-US" sz="2000" dirty="0"/>
          </a:p>
        </p:txBody>
      </p:sp>
    </p:spTree>
    <p:extLst>
      <p:ext uri="{BB962C8B-B14F-4D97-AF65-F5344CB8AC3E}">
        <p14:creationId xmlns:p14="http://schemas.microsoft.com/office/powerpoint/2010/main" val="3101969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53A5046-C104-97E1-7242-7B5003B8C4CF}"/>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参考文献</a:t>
            </a:r>
          </a:p>
        </p:txBody>
      </p:sp>
      <p:sp>
        <p:nvSpPr>
          <p:cNvPr id="3" name="コンテンツ プレースホルダー 2">
            <a:extLst>
              <a:ext uri="{FF2B5EF4-FFF2-40B4-BE49-F238E27FC236}">
                <a16:creationId xmlns:a16="http://schemas.microsoft.com/office/drawing/2014/main" id="{502FE66F-F07C-6F76-B275-F6633F8DF09F}"/>
              </a:ext>
            </a:extLst>
          </p:cNvPr>
          <p:cNvSpPr>
            <a:spLocks noGrp="1"/>
          </p:cNvSpPr>
          <p:nvPr>
            <p:ph idx="1"/>
          </p:nvPr>
        </p:nvSpPr>
        <p:spPr>
          <a:xfrm>
            <a:off x="1371599" y="2318197"/>
            <a:ext cx="9724031" cy="3683358"/>
          </a:xfrm>
        </p:spPr>
        <p:txBody>
          <a:bodyPr anchor="ctr">
            <a:normAutofit/>
          </a:bodyPr>
          <a:lstStyle/>
          <a:p>
            <a:r>
              <a:rPr lang="en-US" altLang="ja-JP" sz="2000"/>
              <a:t>W. Shi, et al., ``Edge Computing: Vision and Challenges,’’ in IEEE Internet of Things Journal, Vol.3, No.5, pp.637—646, 2016. https://cse.buffalo.edu/faculty/tkosar/cse710_spring20/shi-iot16.pdf</a:t>
            </a:r>
            <a:endParaRPr kumimoji="1" lang="ja-JP" altLang="en-US" sz="2000"/>
          </a:p>
        </p:txBody>
      </p:sp>
    </p:spTree>
    <p:extLst>
      <p:ext uri="{BB962C8B-B14F-4D97-AF65-F5344CB8AC3E}">
        <p14:creationId xmlns:p14="http://schemas.microsoft.com/office/powerpoint/2010/main" val="2585111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E1B5442-AB88-4628-B3A3-D6DFCB9F27B5}"/>
              </a:ext>
            </a:extLst>
          </p:cNvPr>
          <p:cNvSpPr>
            <a:spLocks noGrp="1"/>
          </p:cNvSpPr>
          <p:nvPr>
            <p:ph type="title"/>
          </p:nvPr>
        </p:nvSpPr>
        <p:spPr>
          <a:xfrm>
            <a:off x="1371599" y="294538"/>
            <a:ext cx="9895951" cy="1033669"/>
          </a:xfrm>
        </p:spPr>
        <p:txBody>
          <a:bodyPr>
            <a:normAutofit/>
          </a:bodyPr>
          <a:lstStyle/>
          <a:p>
            <a:r>
              <a:rPr lang="ja-JP" altLang="en-US" sz="3400" dirty="0">
                <a:solidFill>
                  <a:srgbClr val="FFFFFF"/>
                </a:solidFill>
              </a:rPr>
              <a:t>クラウドゲーム市場の利益拡大のための収益配分モデル </a:t>
            </a:r>
            <a:endParaRPr kumimoji="1" lang="ja-JP" altLang="en-US" sz="3400" dirty="0">
              <a:solidFill>
                <a:srgbClr val="FFFFFF"/>
              </a:solidFill>
            </a:endParaRPr>
          </a:p>
        </p:txBody>
      </p:sp>
      <p:sp>
        <p:nvSpPr>
          <p:cNvPr id="3" name="コンテンツ プレースホルダー 2">
            <a:extLst>
              <a:ext uri="{FF2B5EF4-FFF2-40B4-BE49-F238E27FC236}">
                <a16:creationId xmlns:a16="http://schemas.microsoft.com/office/drawing/2014/main" id="{FFD0E7BC-075A-4274-DDE1-CF59ADD9CA4A}"/>
              </a:ext>
            </a:extLst>
          </p:cNvPr>
          <p:cNvSpPr>
            <a:spLocks noGrp="1"/>
          </p:cNvSpPr>
          <p:nvPr>
            <p:ph idx="1"/>
          </p:nvPr>
        </p:nvSpPr>
        <p:spPr>
          <a:xfrm>
            <a:off x="1371599" y="2318197"/>
            <a:ext cx="9724031" cy="3683358"/>
          </a:xfrm>
        </p:spPr>
        <p:txBody>
          <a:bodyPr anchor="ctr">
            <a:normAutofit/>
          </a:bodyPr>
          <a:lstStyle/>
          <a:p>
            <a:r>
              <a:rPr lang="ja-JP" altLang="en-US" sz="2000" dirty="0"/>
              <a:t>ゲーム市場の規模は拡大を遂げているが、その中でも急激に拡大している分野がクラウドゲーム</a:t>
            </a:r>
            <a:endParaRPr lang="en-US" altLang="ja-JP" sz="2000" dirty="0"/>
          </a:p>
          <a:p>
            <a:endParaRPr kumimoji="1" lang="en-US" altLang="ja-JP" sz="2000" dirty="0"/>
          </a:p>
          <a:p>
            <a:r>
              <a:rPr lang="ja-JP" altLang="en-US" sz="2000" dirty="0"/>
              <a:t>クラウドゲームとはゲーム事業者がコンテンツをインターネ ット経由でストリーミング配信することで、ユーザがゲームをプレイすることができるサービス</a:t>
            </a:r>
            <a:endParaRPr kumimoji="1" lang="ja-JP" altLang="en-US" sz="2000" dirty="0"/>
          </a:p>
        </p:txBody>
      </p:sp>
    </p:spTree>
    <p:extLst>
      <p:ext uri="{BB962C8B-B14F-4D97-AF65-F5344CB8AC3E}">
        <p14:creationId xmlns:p14="http://schemas.microsoft.com/office/powerpoint/2010/main" val="3528080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3BA2A38-96E6-FD9C-A7A0-D2F7EA2CB183}"/>
              </a:ext>
            </a:extLst>
          </p:cNvPr>
          <p:cNvSpPr>
            <a:spLocks noGrp="1"/>
          </p:cNvSpPr>
          <p:nvPr>
            <p:ph type="title"/>
          </p:nvPr>
        </p:nvSpPr>
        <p:spPr>
          <a:xfrm>
            <a:off x="1371597" y="348865"/>
            <a:ext cx="10044023" cy="877729"/>
          </a:xfrm>
        </p:spPr>
        <p:txBody>
          <a:bodyPr anchor="ctr">
            <a:normAutofit/>
          </a:bodyPr>
          <a:lstStyle/>
          <a:p>
            <a:r>
              <a:rPr kumimoji="1" lang="ja-JP" altLang="en-US" sz="4000">
                <a:solidFill>
                  <a:srgbClr val="FFFFFF"/>
                </a:solidFill>
              </a:rPr>
              <a:t>研究背景</a:t>
            </a:r>
          </a:p>
        </p:txBody>
      </p:sp>
      <p:graphicFrame>
        <p:nvGraphicFramePr>
          <p:cNvPr id="5" name="コンテンツ プレースホルダー 2">
            <a:extLst>
              <a:ext uri="{FF2B5EF4-FFF2-40B4-BE49-F238E27FC236}">
                <a16:creationId xmlns:a16="http://schemas.microsoft.com/office/drawing/2014/main" id="{697AEAAA-6350-1E11-4AD0-0D1E328C18BE}"/>
              </a:ext>
            </a:extLst>
          </p:cNvPr>
          <p:cNvGraphicFramePr>
            <a:graphicFrameLocks noGrp="1"/>
          </p:cNvGraphicFramePr>
          <p:nvPr>
            <p:ph idx="1"/>
            <p:extLst>
              <p:ext uri="{D42A27DB-BD31-4B8C-83A1-F6EECF244321}">
                <p14:modId xmlns:p14="http://schemas.microsoft.com/office/powerpoint/2010/main" val="99006835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1816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CF2F3FD-35CF-8947-0A82-EE0DB6937835}"/>
              </a:ext>
            </a:extLst>
          </p:cNvPr>
          <p:cNvSpPr>
            <a:spLocks noGrp="1"/>
          </p:cNvSpPr>
          <p:nvPr>
            <p:ph type="title"/>
          </p:nvPr>
        </p:nvSpPr>
        <p:spPr>
          <a:xfrm>
            <a:off x="1371597" y="348865"/>
            <a:ext cx="10044023" cy="877729"/>
          </a:xfrm>
        </p:spPr>
        <p:txBody>
          <a:bodyPr anchor="ctr">
            <a:normAutofit/>
          </a:bodyPr>
          <a:lstStyle/>
          <a:p>
            <a:r>
              <a:rPr kumimoji="1" lang="ja-JP" altLang="en-US" sz="4000">
                <a:solidFill>
                  <a:srgbClr val="FFFFFF"/>
                </a:solidFill>
              </a:rPr>
              <a:t>問題点</a:t>
            </a:r>
          </a:p>
        </p:txBody>
      </p:sp>
      <p:graphicFrame>
        <p:nvGraphicFramePr>
          <p:cNvPr id="5" name="コンテンツ プレースホルダー 2">
            <a:extLst>
              <a:ext uri="{FF2B5EF4-FFF2-40B4-BE49-F238E27FC236}">
                <a16:creationId xmlns:a16="http://schemas.microsoft.com/office/drawing/2014/main" id="{F920D486-C9BA-95E2-C9C8-B88217CE5EDF}"/>
              </a:ext>
            </a:extLst>
          </p:cNvPr>
          <p:cNvGraphicFramePr>
            <a:graphicFrameLocks noGrp="1"/>
          </p:cNvGraphicFramePr>
          <p:nvPr>
            <p:ph idx="1"/>
            <p:extLst>
              <p:ext uri="{D42A27DB-BD31-4B8C-83A1-F6EECF244321}">
                <p14:modId xmlns:p14="http://schemas.microsoft.com/office/powerpoint/2010/main" val="238690888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5763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EE986CB-C857-59E9-A657-3DEE61AEE30D}"/>
              </a:ext>
            </a:extLst>
          </p:cNvPr>
          <p:cNvSpPr>
            <a:spLocks noGrp="1"/>
          </p:cNvSpPr>
          <p:nvPr>
            <p:ph type="title"/>
          </p:nvPr>
        </p:nvSpPr>
        <p:spPr>
          <a:xfrm>
            <a:off x="1156851" y="637762"/>
            <a:ext cx="9888496" cy="900131"/>
          </a:xfrm>
        </p:spPr>
        <p:txBody>
          <a:bodyPr anchor="t">
            <a:normAutofit/>
          </a:bodyPr>
          <a:lstStyle/>
          <a:p>
            <a:r>
              <a:rPr kumimoji="1" lang="ja-JP" altLang="en-US" sz="4000" dirty="0">
                <a:solidFill>
                  <a:schemeClr val="bg1"/>
                </a:solidFill>
              </a:rPr>
              <a:t>解決策</a:t>
            </a:r>
          </a:p>
        </p:txBody>
      </p:sp>
      <p:sp>
        <p:nvSpPr>
          <p:cNvPr id="19"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4F052C0-9702-E7CD-9AA7-9092ABE750F8}"/>
              </a:ext>
            </a:extLst>
          </p:cNvPr>
          <p:cNvSpPr>
            <a:spLocks noGrp="1"/>
          </p:cNvSpPr>
          <p:nvPr>
            <p:ph idx="1"/>
          </p:nvPr>
        </p:nvSpPr>
        <p:spPr>
          <a:xfrm>
            <a:off x="1155548" y="2217343"/>
            <a:ext cx="9880893" cy="3959619"/>
          </a:xfrm>
        </p:spPr>
        <p:txBody>
          <a:bodyPr>
            <a:normAutofit/>
          </a:bodyPr>
          <a:lstStyle/>
          <a:p>
            <a:pPr marL="0" indent="0">
              <a:buNone/>
            </a:pPr>
            <a:endParaRPr lang="en-US" altLang="ja-JP" sz="2400" dirty="0"/>
          </a:p>
          <a:p>
            <a:pPr marL="0" indent="0">
              <a:buNone/>
            </a:pPr>
            <a:endParaRPr kumimoji="1" lang="en-US" altLang="ja-JP" sz="2400" dirty="0"/>
          </a:p>
          <a:p>
            <a:pPr marL="0" indent="0">
              <a:buNone/>
            </a:pPr>
            <a:r>
              <a:rPr lang="ja-JP" altLang="en-US" sz="2400" dirty="0"/>
              <a:t>・</a:t>
            </a:r>
            <a:r>
              <a:rPr kumimoji="1" lang="ja-JP" altLang="en-US" sz="3200" dirty="0"/>
              <a:t>ゲーム事業者による</a:t>
            </a:r>
            <a:r>
              <a:rPr kumimoji="1" lang="en-US" altLang="ja-JP" sz="3200" dirty="0"/>
              <a:t>ISP</a:t>
            </a:r>
            <a:r>
              <a:rPr kumimoji="1" lang="ja-JP" altLang="en-US" sz="3200" dirty="0"/>
              <a:t>へ収益配分</a:t>
            </a:r>
            <a:r>
              <a:rPr kumimoji="1" lang="en-US" altLang="ja-JP" sz="3200" dirty="0"/>
              <a:t>(</a:t>
            </a:r>
            <a:r>
              <a:rPr kumimoji="1" lang="ja-JP" altLang="en-US" sz="3200" dirty="0"/>
              <a:t>主張</a:t>
            </a:r>
            <a:r>
              <a:rPr kumimoji="1" lang="en-US" altLang="ja-JP" sz="3200" dirty="0"/>
              <a:t>)</a:t>
            </a:r>
          </a:p>
        </p:txBody>
      </p:sp>
    </p:spTree>
    <p:extLst>
      <p:ext uri="{BB962C8B-B14F-4D97-AF65-F5344CB8AC3E}">
        <p14:creationId xmlns:p14="http://schemas.microsoft.com/office/powerpoint/2010/main" val="838502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BEB3BC8-0B01-D6C1-7711-004A0F8F3997}"/>
              </a:ext>
            </a:extLst>
          </p:cNvPr>
          <p:cNvSpPr>
            <a:spLocks noGrp="1"/>
          </p:cNvSpPr>
          <p:nvPr>
            <p:ph type="title"/>
          </p:nvPr>
        </p:nvSpPr>
        <p:spPr>
          <a:xfrm>
            <a:off x="1371599" y="294538"/>
            <a:ext cx="9895951" cy="1033669"/>
          </a:xfrm>
        </p:spPr>
        <p:txBody>
          <a:bodyPr>
            <a:normAutofit/>
          </a:bodyPr>
          <a:lstStyle/>
          <a:p>
            <a:r>
              <a:rPr lang="ja-JP" altLang="en-US" sz="4000">
                <a:solidFill>
                  <a:srgbClr val="FFFFFF"/>
                </a:solidFill>
              </a:rPr>
              <a:t>両面性市場</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46AE191A-F8D1-6DA4-A89F-46A780C485D0}"/>
              </a:ext>
            </a:extLst>
          </p:cNvPr>
          <p:cNvSpPr>
            <a:spLocks noGrp="1"/>
          </p:cNvSpPr>
          <p:nvPr>
            <p:ph idx="1"/>
          </p:nvPr>
        </p:nvSpPr>
        <p:spPr>
          <a:xfrm>
            <a:off x="1371599" y="2318197"/>
            <a:ext cx="9724031" cy="3683358"/>
          </a:xfrm>
        </p:spPr>
        <p:txBody>
          <a:bodyPr anchor="ctr">
            <a:normAutofit/>
          </a:bodyPr>
          <a:lstStyle/>
          <a:p>
            <a:r>
              <a:rPr kumimoji="1" lang="ja-JP" altLang="en-US" sz="2000" dirty="0"/>
              <a:t>両面性市場</a:t>
            </a:r>
            <a:r>
              <a:rPr lang="ja-JP" altLang="en-US" sz="2000" dirty="0"/>
              <a:t>とは売り手、買い手といった市場内に異なったタイプのグループが存在し、相手の存在なしでは成立せず相互に補完しあっている市場</a:t>
            </a:r>
            <a:endParaRPr lang="en-US" altLang="ja-JP" sz="2000" dirty="0"/>
          </a:p>
          <a:p>
            <a:endParaRPr kumimoji="1" lang="en-US" altLang="ja-JP" sz="2000" dirty="0"/>
          </a:p>
          <a:p>
            <a:pPr marL="0" indent="0">
              <a:buNone/>
            </a:pPr>
            <a:r>
              <a:rPr kumimoji="1" lang="ja-JP" altLang="en-US" sz="2000" dirty="0"/>
              <a:t>・両面性市場の仲介に</a:t>
            </a:r>
            <a:r>
              <a:rPr kumimoji="1" lang="en-US" altLang="ja-JP" sz="2000" dirty="0"/>
              <a:t>ISP</a:t>
            </a:r>
            <a:endParaRPr kumimoji="1" lang="ja-JP" altLang="en-US" sz="2000" dirty="0"/>
          </a:p>
        </p:txBody>
      </p:sp>
    </p:spTree>
    <p:extLst>
      <p:ext uri="{BB962C8B-B14F-4D97-AF65-F5344CB8AC3E}">
        <p14:creationId xmlns:p14="http://schemas.microsoft.com/office/powerpoint/2010/main" val="1277088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0BC02F4-8AA9-4704-3076-84B71575021B}"/>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まとめ</a:t>
            </a:r>
          </a:p>
        </p:txBody>
      </p:sp>
      <p:sp>
        <p:nvSpPr>
          <p:cNvPr id="3" name="コンテンツ プレースホルダー 2">
            <a:extLst>
              <a:ext uri="{FF2B5EF4-FFF2-40B4-BE49-F238E27FC236}">
                <a16:creationId xmlns:a16="http://schemas.microsoft.com/office/drawing/2014/main" id="{9C534F8A-1872-5A0A-36A8-8124E95DD572}"/>
              </a:ext>
            </a:extLst>
          </p:cNvPr>
          <p:cNvSpPr>
            <a:spLocks noGrp="1"/>
          </p:cNvSpPr>
          <p:nvPr>
            <p:ph idx="1"/>
          </p:nvPr>
        </p:nvSpPr>
        <p:spPr>
          <a:xfrm>
            <a:off x="1371599" y="2318197"/>
            <a:ext cx="9724031" cy="3683358"/>
          </a:xfrm>
        </p:spPr>
        <p:txBody>
          <a:bodyPr anchor="ctr">
            <a:normAutofit/>
          </a:bodyPr>
          <a:lstStyle/>
          <a:p>
            <a:pPr lvl="1"/>
            <a:r>
              <a:rPr kumimoji="1" lang="en-US" altLang="ja-JP" sz="2800" dirty="0"/>
              <a:t>ISP</a:t>
            </a:r>
            <a:r>
              <a:rPr kumimoji="1" lang="ja-JP" altLang="en-US" sz="2800" dirty="0"/>
              <a:t>にも利益を分配することで、クラウドゲーム市場は成長する</a:t>
            </a:r>
            <a:endParaRPr kumimoji="1" lang="en-US" altLang="ja-JP" sz="2800" dirty="0"/>
          </a:p>
          <a:p>
            <a:endParaRPr kumimoji="1" lang="ja-JP" altLang="en-US" sz="2000" dirty="0"/>
          </a:p>
        </p:txBody>
      </p:sp>
    </p:spTree>
    <p:extLst>
      <p:ext uri="{BB962C8B-B14F-4D97-AF65-F5344CB8AC3E}">
        <p14:creationId xmlns:p14="http://schemas.microsoft.com/office/powerpoint/2010/main" val="2766531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7575B9-D327-92B9-6071-FEC9D3B973CF}"/>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参考文献</a:t>
            </a:r>
          </a:p>
        </p:txBody>
      </p:sp>
      <p:sp>
        <p:nvSpPr>
          <p:cNvPr id="3" name="コンテンツ プレースホルダー 2">
            <a:extLst>
              <a:ext uri="{FF2B5EF4-FFF2-40B4-BE49-F238E27FC236}">
                <a16:creationId xmlns:a16="http://schemas.microsoft.com/office/drawing/2014/main" id="{6F100A80-06F4-629E-F867-AAF5965B179F}"/>
              </a:ext>
            </a:extLst>
          </p:cNvPr>
          <p:cNvSpPr>
            <a:spLocks noGrp="1"/>
          </p:cNvSpPr>
          <p:nvPr>
            <p:ph idx="1"/>
          </p:nvPr>
        </p:nvSpPr>
        <p:spPr>
          <a:xfrm>
            <a:off x="1371599" y="2318197"/>
            <a:ext cx="9724031" cy="3683358"/>
          </a:xfrm>
        </p:spPr>
        <p:txBody>
          <a:bodyPr anchor="ctr">
            <a:normAutofit/>
          </a:bodyPr>
          <a:lstStyle/>
          <a:p>
            <a:r>
              <a:rPr lang="ja-JP" altLang="en-US" sz="2000"/>
              <a:t>クラウドゲーム市場の 利益拡大のための収益配分モデル</a:t>
            </a:r>
            <a:r>
              <a:rPr lang="en-US" altLang="ja-JP" sz="2000"/>
              <a:t>,</a:t>
            </a:r>
            <a:r>
              <a:rPr lang="ja-JP" altLang="en-US" sz="2000"/>
              <a:t> </a:t>
            </a:r>
            <a:r>
              <a:rPr lang="en-US" altLang="ja-JP" sz="2000"/>
              <a:t>2022.1.24 ,</a:t>
            </a:r>
            <a:r>
              <a:rPr lang="ja-JP" altLang="en-US" sz="2000"/>
              <a:t>早稲田大学基幹理工学研究科情報理工・情報通信専攻 三橋 正毅</a:t>
            </a:r>
            <a:r>
              <a:rPr lang="en-US" altLang="ja-JP" sz="2000"/>
              <a:t>, waseda.repo.nii.ac.jp</a:t>
            </a:r>
            <a:endParaRPr kumimoji="1" lang="ja-JP" altLang="en-US" sz="2000"/>
          </a:p>
        </p:txBody>
      </p:sp>
    </p:spTree>
    <p:extLst>
      <p:ext uri="{BB962C8B-B14F-4D97-AF65-F5344CB8AC3E}">
        <p14:creationId xmlns:p14="http://schemas.microsoft.com/office/powerpoint/2010/main" val="374040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728</TotalTime>
  <Words>636</Words>
  <Application>Microsoft Office PowerPoint</Application>
  <PresentationFormat>ワイド画面</PresentationFormat>
  <Paragraphs>70</Paragraphs>
  <Slides>19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游ゴシック</vt:lpstr>
      <vt:lpstr>游ゴシック Light</vt:lpstr>
      <vt:lpstr>Arial</vt:lpstr>
      <vt:lpstr>Office テーマ</vt:lpstr>
      <vt:lpstr>宮澤研究室　春休み課題</vt:lpstr>
      <vt:lpstr>A view of cloud computing,’’ CACM, Vol.53, No.4, pp. 50–58,について</vt:lpstr>
      <vt:lpstr>A Viewof CloudComputingを読む価値</vt:lpstr>
      <vt:lpstr>著者の主張</vt:lpstr>
      <vt:lpstr>クラウドの課題点</vt:lpstr>
      <vt:lpstr>参考文献</vt:lpstr>
      <vt:lpstr>Edge Computing: Vision and Challengesについて</vt:lpstr>
      <vt:lpstr>必要性</vt:lpstr>
      <vt:lpstr>活用例</vt:lpstr>
      <vt:lpstr>エッジの課題</vt:lpstr>
      <vt:lpstr>結論</vt:lpstr>
      <vt:lpstr>参考文献</vt:lpstr>
      <vt:lpstr>クラウドゲーム市場の利益拡大のための収益配分モデル </vt:lpstr>
      <vt:lpstr>研究背景</vt:lpstr>
      <vt:lpstr>問題点</vt:lpstr>
      <vt:lpstr>解決策</vt:lpstr>
      <vt:lpstr>両面性市場</vt:lpstr>
      <vt:lpstr>まとめ</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23ts030</dc:creator>
  <cp:lastModifiedBy>23ts030</cp:lastModifiedBy>
  <cp:revision>6</cp:revision>
  <dcterms:created xsi:type="dcterms:W3CDTF">2026-04-02T04:50:43Z</dcterms:created>
  <dcterms:modified xsi:type="dcterms:W3CDTF">2026-04-02T17:56:24Z</dcterms:modified>
</cp:coreProperties>
</file>