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21" autoAdjust="0"/>
    <p:restoredTop sz="94660"/>
  </p:normalViewPr>
  <p:slideViewPr>
    <p:cSldViewPr snapToGrid="0">
      <p:cViewPr varScale="1">
        <p:scale>
          <a:sx n="56" d="100"/>
          <a:sy n="56" d="100"/>
        </p:scale>
        <p:origin x="48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F1D8485-4D92-4D2D-BE1C-3A66CBBC3CCE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1D977785-1B6E-4A36-95E1-EE63DD4B0913}">
      <dgm:prSet/>
      <dgm:spPr/>
      <dgm:t>
        <a:bodyPr/>
        <a:lstStyle/>
        <a:p>
          <a:r>
            <a:rPr kumimoji="1" lang="ja-JP"/>
            <a:t>筋トレとソフトウェアの論文をたくさん読む</a:t>
          </a:r>
          <a:endParaRPr lang="en-US"/>
        </a:p>
      </dgm:t>
    </dgm:pt>
    <dgm:pt modelId="{83409CD4-214D-4127-B451-647224C9D9D3}" type="parTrans" cxnId="{148923D6-4331-4ED6-BDD9-84F069B1C615}">
      <dgm:prSet/>
      <dgm:spPr/>
      <dgm:t>
        <a:bodyPr/>
        <a:lstStyle/>
        <a:p>
          <a:endParaRPr lang="en-US"/>
        </a:p>
      </dgm:t>
    </dgm:pt>
    <dgm:pt modelId="{1B1F1031-BB65-4B0C-8293-01D1B2F152F1}" type="sibTrans" cxnId="{148923D6-4331-4ED6-BDD9-84F069B1C615}">
      <dgm:prSet/>
      <dgm:spPr/>
      <dgm:t>
        <a:bodyPr/>
        <a:lstStyle/>
        <a:p>
          <a:endParaRPr lang="en-US"/>
        </a:p>
      </dgm:t>
    </dgm:pt>
    <dgm:pt modelId="{D46B920D-F192-413D-A9E4-D286A5F07401}">
      <dgm:prSet/>
      <dgm:spPr/>
      <dgm:t>
        <a:bodyPr/>
        <a:lstStyle/>
        <a:p>
          <a:r>
            <a:rPr kumimoji="1" lang="en-US"/>
            <a:t>VR</a:t>
          </a:r>
          <a:r>
            <a:rPr kumimoji="1" lang="ja-JP"/>
            <a:t>ではなく骨格やデータを分析していきたい</a:t>
          </a:r>
          <a:r>
            <a:rPr kumimoji="1" lang="en-US"/>
            <a:t>(</a:t>
          </a:r>
          <a:r>
            <a:rPr kumimoji="1" lang="ja-JP"/>
            <a:t>スポーツ系の論文にならないように</a:t>
          </a:r>
          <a:r>
            <a:rPr kumimoji="1" lang="en-US"/>
            <a:t>)</a:t>
          </a:r>
          <a:endParaRPr lang="en-US"/>
        </a:p>
      </dgm:t>
    </dgm:pt>
    <dgm:pt modelId="{DB7A3663-C1DE-40F0-AAAE-13F793B90DC5}" type="parTrans" cxnId="{32586DD2-9439-4868-8E25-ED9E81B534CF}">
      <dgm:prSet/>
      <dgm:spPr/>
      <dgm:t>
        <a:bodyPr/>
        <a:lstStyle/>
        <a:p>
          <a:endParaRPr lang="en-US"/>
        </a:p>
      </dgm:t>
    </dgm:pt>
    <dgm:pt modelId="{36DF998B-4965-4087-A757-82AB23BB790E}" type="sibTrans" cxnId="{32586DD2-9439-4868-8E25-ED9E81B534CF}">
      <dgm:prSet/>
      <dgm:spPr/>
      <dgm:t>
        <a:bodyPr/>
        <a:lstStyle/>
        <a:p>
          <a:endParaRPr lang="en-US"/>
        </a:p>
      </dgm:t>
    </dgm:pt>
    <dgm:pt modelId="{601BDFCB-3D86-4D43-9E0A-622FC7A05E23}" type="pres">
      <dgm:prSet presAssocID="{7F1D8485-4D92-4D2D-BE1C-3A66CBBC3CCE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EED4B81C-F491-4092-B2D5-720409E087AE}" type="pres">
      <dgm:prSet presAssocID="{1D977785-1B6E-4A36-95E1-EE63DD4B0913}" presName="hierRoot1" presStyleCnt="0"/>
      <dgm:spPr/>
    </dgm:pt>
    <dgm:pt modelId="{EFF1E98E-9723-4584-A767-65FB6F1F518B}" type="pres">
      <dgm:prSet presAssocID="{1D977785-1B6E-4A36-95E1-EE63DD4B0913}" presName="composite" presStyleCnt="0"/>
      <dgm:spPr/>
    </dgm:pt>
    <dgm:pt modelId="{360717FE-1D8D-438D-9B7A-F79CAE86544B}" type="pres">
      <dgm:prSet presAssocID="{1D977785-1B6E-4A36-95E1-EE63DD4B0913}" presName="background" presStyleLbl="node0" presStyleIdx="0" presStyleCnt="2"/>
      <dgm:spPr/>
    </dgm:pt>
    <dgm:pt modelId="{D8F73457-D2AA-4254-83E2-D42348A694CA}" type="pres">
      <dgm:prSet presAssocID="{1D977785-1B6E-4A36-95E1-EE63DD4B0913}" presName="text" presStyleLbl="fgAcc0" presStyleIdx="0" presStyleCnt="2">
        <dgm:presLayoutVars>
          <dgm:chPref val="3"/>
        </dgm:presLayoutVars>
      </dgm:prSet>
      <dgm:spPr/>
    </dgm:pt>
    <dgm:pt modelId="{144E68F6-5493-4932-B8C5-924F821EEC92}" type="pres">
      <dgm:prSet presAssocID="{1D977785-1B6E-4A36-95E1-EE63DD4B0913}" presName="hierChild2" presStyleCnt="0"/>
      <dgm:spPr/>
    </dgm:pt>
    <dgm:pt modelId="{BC083D6D-F1DF-4B21-9D6F-9D72AD67044C}" type="pres">
      <dgm:prSet presAssocID="{D46B920D-F192-413D-A9E4-D286A5F07401}" presName="hierRoot1" presStyleCnt="0"/>
      <dgm:spPr/>
    </dgm:pt>
    <dgm:pt modelId="{7BD4F206-4244-45D7-ADA1-C77295D71A42}" type="pres">
      <dgm:prSet presAssocID="{D46B920D-F192-413D-A9E4-D286A5F07401}" presName="composite" presStyleCnt="0"/>
      <dgm:spPr/>
    </dgm:pt>
    <dgm:pt modelId="{A80C1D3C-E899-431A-AEF7-7B6E6464CD0A}" type="pres">
      <dgm:prSet presAssocID="{D46B920D-F192-413D-A9E4-D286A5F07401}" presName="background" presStyleLbl="node0" presStyleIdx="1" presStyleCnt="2"/>
      <dgm:spPr/>
    </dgm:pt>
    <dgm:pt modelId="{6A439CAE-61F3-48A3-8D64-DD8A4C802C60}" type="pres">
      <dgm:prSet presAssocID="{D46B920D-F192-413D-A9E4-D286A5F07401}" presName="text" presStyleLbl="fgAcc0" presStyleIdx="1" presStyleCnt="2">
        <dgm:presLayoutVars>
          <dgm:chPref val="3"/>
        </dgm:presLayoutVars>
      </dgm:prSet>
      <dgm:spPr/>
    </dgm:pt>
    <dgm:pt modelId="{A3F0D4BE-6ABE-4538-B381-A2FA4D8176D6}" type="pres">
      <dgm:prSet presAssocID="{D46B920D-F192-413D-A9E4-D286A5F07401}" presName="hierChild2" presStyleCnt="0"/>
      <dgm:spPr/>
    </dgm:pt>
  </dgm:ptLst>
  <dgm:cxnLst>
    <dgm:cxn modelId="{58F73BA3-6DB6-4EA3-B6A2-4BB4060B8ACB}" type="presOf" srcId="{D46B920D-F192-413D-A9E4-D286A5F07401}" destId="{6A439CAE-61F3-48A3-8D64-DD8A4C802C60}" srcOrd="0" destOrd="0" presId="urn:microsoft.com/office/officeart/2005/8/layout/hierarchy1"/>
    <dgm:cxn modelId="{32586DD2-9439-4868-8E25-ED9E81B534CF}" srcId="{7F1D8485-4D92-4D2D-BE1C-3A66CBBC3CCE}" destId="{D46B920D-F192-413D-A9E4-D286A5F07401}" srcOrd="1" destOrd="0" parTransId="{DB7A3663-C1DE-40F0-AAAE-13F793B90DC5}" sibTransId="{36DF998B-4965-4087-A757-82AB23BB790E}"/>
    <dgm:cxn modelId="{148923D6-4331-4ED6-BDD9-84F069B1C615}" srcId="{7F1D8485-4D92-4D2D-BE1C-3A66CBBC3CCE}" destId="{1D977785-1B6E-4A36-95E1-EE63DD4B0913}" srcOrd="0" destOrd="0" parTransId="{83409CD4-214D-4127-B451-647224C9D9D3}" sibTransId="{1B1F1031-BB65-4B0C-8293-01D1B2F152F1}"/>
    <dgm:cxn modelId="{AC2E5CF4-7B83-40EE-BED9-81039323D541}" type="presOf" srcId="{1D977785-1B6E-4A36-95E1-EE63DD4B0913}" destId="{D8F73457-D2AA-4254-83E2-D42348A694CA}" srcOrd="0" destOrd="0" presId="urn:microsoft.com/office/officeart/2005/8/layout/hierarchy1"/>
    <dgm:cxn modelId="{661E11FC-83A8-49C4-A446-37C0E4FF24CA}" type="presOf" srcId="{7F1D8485-4D92-4D2D-BE1C-3A66CBBC3CCE}" destId="{601BDFCB-3D86-4D43-9E0A-622FC7A05E23}" srcOrd="0" destOrd="0" presId="urn:microsoft.com/office/officeart/2005/8/layout/hierarchy1"/>
    <dgm:cxn modelId="{7C094E13-C031-451D-B607-FC57252BF5E7}" type="presParOf" srcId="{601BDFCB-3D86-4D43-9E0A-622FC7A05E23}" destId="{EED4B81C-F491-4092-B2D5-720409E087AE}" srcOrd="0" destOrd="0" presId="urn:microsoft.com/office/officeart/2005/8/layout/hierarchy1"/>
    <dgm:cxn modelId="{DE5B5081-CDE2-41A0-B115-4C6A49FFA5DD}" type="presParOf" srcId="{EED4B81C-F491-4092-B2D5-720409E087AE}" destId="{EFF1E98E-9723-4584-A767-65FB6F1F518B}" srcOrd="0" destOrd="0" presId="urn:microsoft.com/office/officeart/2005/8/layout/hierarchy1"/>
    <dgm:cxn modelId="{CFBDA8D8-9857-49D1-99CC-89BD4844F6F4}" type="presParOf" srcId="{EFF1E98E-9723-4584-A767-65FB6F1F518B}" destId="{360717FE-1D8D-438D-9B7A-F79CAE86544B}" srcOrd="0" destOrd="0" presId="urn:microsoft.com/office/officeart/2005/8/layout/hierarchy1"/>
    <dgm:cxn modelId="{71ABC3C6-9CC9-4CCF-B56B-6825F89CF559}" type="presParOf" srcId="{EFF1E98E-9723-4584-A767-65FB6F1F518B}" destId="{D8F73457-D2AA-4254-83E2-D42348A694CA}" srcOrd="1" destOrd="0" presId="urn:microsoft.com/office/officeart/2005/8/layout/hierarchy1"/>
    <dgm:cxn modelId="{1D4E069B-8320-4C45-B976-63CB94978BE3}" type="presParOf" srcId="{EED4B81C-F491-4092-B2D5-720409E087AE}" destId="{144E68F6-5493-4932-B8C5-924F821EEC92}" srcOrd="1" destOrd="0" presId="urn:microsoft.com/office/officeart/2005/8/layout/hierarchy1"/>
    <dgm:cxn modelId="{87A5C78E-BA11-4BF9-A820-B2701E9E6504}" type="presParOf" srcId="{601BDFCB-3D86-4D43-9E0A-622FC7A05E23}" destId="{BC083D6D-F1DF-4B21-9D6F-9D72AD67044C}" srcOrd="1" destOrd="0" presId="urn:microsoft.com/office/officeart/2005/8/layout/hierarchy1"/>
    <dgm:cxn modelId="{6AD75703-C32E-4B34-8DE6-EEA12F08D49C}" type="presParOf" srcId="{BC083D6D-F1DF-4B21-9D6F-9D72AD67044C}" destId="{7BD4F206-4244-45D7-ADA1-C77295D71A42}" srcOrd="0" destOrd="0" presId="urn:microsoft.com/office/officeart/2005/8/layout/hierarchy1"/>
    <dgm:cxn modelId="{D7ED38EC-4BA0-4F44-BC70-F5EF0DB36632}" type="presParOf" srcId="{7BD4F206-4244-45D7-ADA1-C77295D71A42}" destId="{A80C1D3C-E899-431A-AEF7-7B6E6464CD0A}" srcOrd="0" destOrd="0" presId="urn:microsoft.com/office/officeart/2005/8/layout/hierarchy1"/>
    <dgm:cxn modelId="{F73DBE1F-9574-4447-84D5-886A5B352FD3}" type="presParOf" srcId="{7BD4F206-4244-45D7-ADA1-C77295D71A42}" destId="{6A439CAE-61F3-48A3-8D64-DD8A4C802C60}" srcOrd="1" destOrd="0" presId="urn:microsoft.com/office/officeart/2005/8/layout/hierarchy1"/>
    <dgm:cxn modelId="{8A9FFB8D-1856-41F2-B5EA-9D0A6062F6B0}" type="presParOf" srcId="{BC083D6D-F1DF-4B21-9D6F-9D72AD67044C}" destId="{A3F0D4BE-6ABE-4538-B381-A2FA4D8176D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60717FE-1D8D-438D-9B7A-F79CAE86544B}">
      <dsp:nvSpPr>
        <dsp:cNvPr id="0" name=""/>
        <dsp:cNvSpPr/>
      </dsp:nvSpPr>
      <dsp:spPr>
        <a:xfrm>
          <a:off x="1333" y="3626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F73457-D2AA-4254-83E2-D42348A694CA}">
      <dsp:nvSpPr>
        <dsp:cNvPr id="0" name=""/>
        <dsp:cNvSpPr/>
      </dsp:nvSpPr>
      <dsp:spPr>
        <a:xfrm>
          <a:off x="521579" y="8569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ja-JP" sz="3300" kern="1200"/>
            <a:t>筋トレとソフトウェアの論文をたくさん読む</a:t>
          </a:r>
          <a:endParaRPr lang="en-US" sz="3300" kern="1200"/>
        </a:p>
      </dsp:txBody>
      <dsp:txXfrm>
        <a:off x="608661" y="943998"/>
        <a:ext cx="4508047" cy="2799040"/>
      </dsp:txXfrm>
    </dsp:sp>
    <dsp:sp modelId="{A80C1D3C-E899-431A-AEF7-7B6E6464CD0A}">
      <dsp:nvSpPr>
        <dsp:cNvPr id="0" name=""/>
        <dsp:cNvSpPr/>
      </dsp:nvSpPr>
      <dsp:spPr>
        <a:xfrm>
          <a:off x="5724037" y="362683"/>
          <a:ext cx="4682211" cy="297320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439CAE-61F3-48A3-8D64-DD8A4C802C60}">
      <dsp:nvSpPr>
        <dsp:cNvPr id="0" name=""/>
        <dsp:cNvSpPr/>
      </dsp:nvSpPr>
      <dsp:spPr>
        <a:xfrm>
          <a:off x="6244283" y="856916"/>
          <a:ext cx="4682211" cy="297320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kumimoji="1" lang="en-US" sz="3300" kern="1200"/>
            <a:t>VR</a:t>
          </a:r>
          <a:r>
            <a:rPr kumimoji="1" lang="ja-JP" sz="3300" kern="1200"/>
            <a:t>ではなく骨格やデータを分析していきたい</a:t>
          </a:r>
          <a:r>
            <a:rPr kumimoji="1" lang="en-US" sz="3300" kern="1200"/>
            <a:t>(</a:t>
          </a:r>
          <a:r>
            <a:rPr kumimoji="1" lang="ja-JP" sz="3300" kern="1200"/>
            <a:t>スポーツ系の論文にならないように</a:t>
          </a:r>
          <a:r>
            <a:rPr kumimoji="1" lang="en-US" sz="3300" kern="1200"/>
            <a:t>)</a:t>
          </a:r>
          <a:endParaRPr lang="en-US" sz="3300" kern="1200"/>
        </a:p>
      </dsp:txBody>
      <dsp:txXfrm>
        <a:off x="6331365" y="943998"/>
        <a:ext cx="4508047" cy="27990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6045D9C-F1C3-90F6-D84A-A9F5380FA8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819E8F55-F0BD-68F6-1035-5954D049CF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992A0A7-96CC-2CAE-508B-5E3CD6D66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BD98D12-60A4-A596-2FD0-480603FFC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2B58A9-8F52-2304-7B65-57FD9EAB5B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9095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A76548E-9D88-E8B5-D6A7-5CCC11962B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74F4647-80AA-6B5F-7149-D5C154E4FF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889018B-9D27-569C-DFCC-462E0B22F2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C68D769-B9E9-12BB-D3F6-E3000233C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1249C97-E861-8437-1B44-3B928A8EB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537843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B152E81-1BDF-B6B8-C160-6FCD29D8A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92B4076-75B3-C6C4-E10D-8A3ABC288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E7939B2-F0EC-4AF5-7965-E2024952B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25D340B-6A32-E2B6-8BF6-F8309D79E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C9C3B2D-B34C-6FC2-26A0-3C7CDDE5E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407238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DC85AE-A91A-997C-0494-9CB386353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306DAC3-4290-8D3E-3946-78266D6ADE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6B6E3FD-97EC-70D7-1EFD-1C68CA40F0C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6483F610-3DC8-18A8-9F7E-EF8BCF77D4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F9511ADC-72FA-934F-49D6-7B7787A78F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35A57850-E3C3-CA1E-1840-6A7B9785A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84040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AA309D-38F9-0571-26FF-9EFC83B73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3888DFA-DB76-9C18-2655-F076AF98D3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A9BA590E-B3F5-B2B6-FC91-B90A4DCC3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0AA1C1E6-FE07-304D-7423-BC33ED5B27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654C9022-F825-42D1-76AA-E1039F5568D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8B58565-9ABF-6C09-6A40-4278F1E96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46F4CC2-4268-9953-E525-7C1FE50F8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0790F318-AFA0-0A94-E795-6CC59C1E8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412632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9034422-AB8F-BCE7-29C0-ECD70D9951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5C08F6B-FDCD-818D-1CD7-1719218E2F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9AEB320-1F33-91A6-4D24-08EF72C81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1EFF618F-3D6C-23D7-5171-EE8A91244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9579981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A57F84E2-2112-C746-9E52-01455C79B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3197E3D3-6996-7B5C-BFF9-A78724FF3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21BD9AAA-7349-EB76-C92F-C37B6AAE4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302689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91422C-3A0A-C5C5-4893-C9C2991EC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24B09AF-410A-EDD5-1829-612DA93370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A4E60535-A266-A77A-3A5B-27145C2CBE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F51DDF9-4CDC-FB6B-2B52-63593266B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2B81F06-B48C-C0B9-8ABC-8144CCAA6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0E6E9E-B67A-84EE-EAB2-A37A51C57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90681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8EB9E28-6A15-5193-212C-59185B808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4764B178-5807-3E83-E1B6-953E23208FA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F54C717B-1771-4D29-85BE-D96D46B25DC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5921B89A-CE0D-DB9A-B76F-4D1814709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AB2E306-9719-52D6-7CAF-E8A405778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9E3D6A7-2FC4-0AED-FCA5-80F88A1B8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949082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5CC81E8-7B89-CACF-4142-13B8F06809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D5012A9-0FFE-F840-7895-1947F391037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94943F5-88D2-B470-A55B-6BA8C7EF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0DC8D7E-E58D-A23D-1C37-954293615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7FC787D-6303-893F-8F38-7F452F82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786573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DD77A5F-78C6-39C7-B938-A414BAE4337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6B099352-51D4-722D-9728-EA18B8BA49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1E57E26-2F33-FD21-7D44-A9D30EB9B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83F1CF-4E18-F5D7-DBF1-4E6943D76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D24DE8C-CAED-C971-7104-33F1F807D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41632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6864E06-8986-3CF0-C0D6-802B4F34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32DEF5F-1BAE-A12F-3C03-A81C74EE17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F8B3BE-D5B3-4451-DF35-EBEDFE62E7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ACAA39-CE8F-4FEC-B55E-1BDE1E914EFC}" type="datetimeFigureOut">
              <a:rPr kumimoji="1" lang="ja-JP" altLang="en-US" smtClean="0"/>
              <a:t>2025/12/8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579DBF5-E2CA-E279-DC75-EC3098F62C3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75C957B-85AE-5E15-8539-3BC501D93C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832277-AF38-4C53-9F34-010CB1112310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9738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3944F23-E156-44A9-8869-AD9432F1C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ja-JP" altLang="en-US" sz="4800">
                <a:solidFill>
                  <a:srgbClr val="FFFFFF"/>
                </a:solidFill>
              </a:rPr>
              <a:t>宮澤研究室発表</a:t>
            </a:r>
            <a:endParaRPr kumimoji="1" lang="ja-JP" altLang="en-US" sz="4800">
              <a:solidFill>
                <a:srgbClr val="FFFFFF"/>
              </a:solidFill>
            </a:endParaRP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AA4A022-2760-86E6-8361-C9C83082FF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anchor="ctr">
            <a:normAutofit/>
          </a:bodyPr>
          <a:lstStyle/>
          <a:p>
            <a:pPr algn="l"/>
            <a:r>
              <a:rPr kumimoji="1" lang="en-US" altLang="ja-JP"/>
              <a:t>2023TS030 </a:t>
            </a:r>
            <a:r>
              <a:rPr kumimoji="1" lang="ja-JP" altLang="en-US"/>
              <a:t>川瀬　翔大</a:t>
            </a:r>
          </a:p>
        </p:txBody>
      </p:sp>
    </p:spTree>
    <p:extLst>
      <p:ext uri="{BB962C8B-B14F-4D97-AF65-F5344CB8AC3E}">
        <p14:creationId xmlns:p14="http://schemas.microsoft.com/office/powerpoint/2010/main" val="769363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5DFDD9A-8D5A-6F1D-E48E-5635259F80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sz="4000">
                <a:solidFill>
                  <a:srgbClr val="FFFFFF"/>
                </a:solidFill>
              </a:rPr>
              <a:t>自分の興味がある論文・書籍について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9518B9B-3916-3BEA-A6AA-0CF853458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endParaRPr kumimoji="1" lang="en-US" altLang="ja-JP" sz="2000"/>
          </a:p>
          <a:p>
            <a:pPr marL="0" indent="0">
              <a:buNone/>
            </a:pPr>
            <a:r>
              <a:rPr lang="ja-JP" altLang="en-US" sz="2000"/>
              <a:t>著者</a:t>
            </a:r>
            <a:r>
              <a:rPr lang="en-US" altLang="ja-JP" sz="2000"/>
              <a:t>:</a:t>
            </a:r>
            <a:r>
              <a:rPr lang="ja-JP" altLang="en-US" sz="2000"/>
              <a:t>秦</a:t>
            </a:r>
            <a:r>
              <a:rPr lang="en-US" altLang="ja-JP" sz="2000"/>
              <a:t>,</a:t>
            </a:r>
            <a:r>
              <a:rPr lang="ja-JP" altLang="en-US" sz="2000"/>
              <a:t>海天</a:t>
            </a:r>
            <a:endParaRPr lang="en-US" altLang="ja-JP" sz="2000"/>
          </a:p>
          <a:p>
            <a:pPr marL="0" indent="0">
              <a:buNone/>
            </a:pPr>
            <a:endParaRPr kumimoji="1" lang="en-US" altLang="ja-JP" sz="2000"/>
          </a:p>
          <a:p>
            <a:pPr marL="0" indent="0">
              <a:buNone/>
            </a:pPr>
            <a:r>
              <a:rPr lang="ja-JP" altLang="en-US" sz="2000"/>
              <a:t>タイトル</a:t>
            </a:r>
            <a:r>
              <a:rPr lang="en-US" altLang="ja-JP" sz="2000"/>
              <a:t>::VR</a:t>
            </a:r>
            <a:r>
              <a:rPr lang="ja-JP" altLang="en-US" sz="2000"/>
              <a:t>を用いた筋力トレーニングの基本動作の習得支援</a:t>
            </a:r>
            <a:endParaRPr lang="en-US" altLang="ja-JP" sz="2000"/>
          </a:p>
          <a:p>
            <a:pPr marL="0" indent="0">
              <a:buNone/>
            </a:pPr>
            <a:endParaRPr kumimoji="1" lang="en-US" altLang="ja-JP" sz="2000"/>
          </a:p>
          <a:p>
            <a:pPr marL="0" indent="0">
              <a:buNone/>
            </a:pPr>
            <a:r>
              <a:rPr lang="ja-JP" altLang="en-US" sz="2000"/>
              <a:t>掲載媒体</a:t>
            </a:r>
            <a:r>
              <a:rPr lang="en-US" altLang="ja-JP" sz="2000"/>
              <a:t>::Google Scholar</a:t>
            </a:r>
          </a:p>
          <a:p>
            <a:pPr marL="0" indent="0">
              <a:buNone/>
            </a:pPr>
            <a:endParaRPr kumimoji="1" lang="en-US" altLang="ja-JP" sz="2000"/>
          </a:p>
          <a:p>
            <a:pPr marL="0" indent="0">
              <a:buNone/>
            </a:pPr>
            <a:r>
              <a:rPr lang="ja-JP" altLang="en-US" sz="2000"/>
              <a:t>出版年</a:t>
            </a:r>
            <a:r>
              <a:rPr lang="en-US" altLang="ja-JP" sz="2000"/>
              <a:t>:2025-03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2345613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6F0784CD-3975-1CF7-2319-5F12244FE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ja-JP" altLang="en-US" sz="4000">
                <a:solidFill>
                  <a:srgbClr val="FFFFFF"/>
                </a:solidFill>
              </a:rPr>
              <a:t>詳細</a:t>
            </a:r>
            <a:endParaRPr kumimoji="1" lang="ja-JP" altLang="en-US" sz="4000">
              <a:solidFill>
                <a:srgbClr val="FFFFFF"/>
              </a:solidFill>
            </a:endParaRP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B1330A8-B005-FC7F-C3B3-C95E7F054A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kumimoji="1" lang="ja-JP" altLang="en-US" sz="2000"/>
              <a:t>・筋トレの初心者がフォームで怪我をすることがよくある</a:t>
            </a:r>
            <a:endParaRPr kumimoji="1" lang="en-US" altLang="ja-JP" sz="2000"/>
          </a:p>
          <a:p>
            <a:endParaRPr lang="en-US" altLang="ja-JP" sz="2000"/>
          </a:p>
          <a:p>
            <a:pPr marL="0" indent="0">
              <a:buNone/>
            </a:pPr>
            <a:r>
              <a:rPr lang="ja-JP" altLang="en-US" sz="2000"/>
              <a:t>・トレーナーなどを雇うと時間とコストがかかる</a:t>
            </a:r>
            <a:endParaRPr lang="en-US" altLang="ja-JP" sz="2000"/>
          </a:p>
          <a:p>
            <a:pPr marL="0" indent="0">
              <a:buNone/>
            </a:pPr>
            <a:endParaRPr kumimoji="1" lang="en-US" altLang="ja-JP" sz="2000"/>
          </a:p>
          <a:p>
            <a:pPr marL="0" indent="0">
              <a:buNone/>
            </a:pPr>
            <a:r>
              <a:rPr lang="ja-JP" altLang="en-US" sz="2000"/>
              <a:t>・</a:t>
            </a:r>
            <a:r>
              <a:rPr lang="en-US" altLang="ja-JP" sz="2000"/>
              <a:t>VR</a:t>
            </a:r>
            <a:r>
              <a:rPr lang="ja-JP" altLang="en-US" sz="2000"/>
              <a:t>を使用することで自由な空間で効果的に行うことができる</a:t>
            </a:r>
            <a:endParaRPr lang="en-US" altLang="ja-JP" sz="2000"/>
          </a:p>
          <a:p>
            <a:pPr marL="0" indent="0">
              <a:buNone/>
            </a:pPr>
            <a:endParaRPr kumimoji="1" lang="en-US" altLang="ja-JP" sz="2000"/>
          </a:p>
          <a:p>
            <a:pPr marL="0" indent="0">
              <a:buNone/>
            </a:pPr>
            <a:r>
              <a:rPr lang="ja-JP" altLang="en-US" sz="2000"/>
              <a:t>・フォームを間違えたらアラームが鳴る。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3981749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A2B1BE3E-6EAF-8A2F-B202-31ACF87693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kumimoji="1" lang="ja-JP" altLang="en-US" sz="4000">
                <a:solidFill>
                  <a:srgbClr val="FFFFFF"/>
                </a:solidFill>
              </a:rPr>
              <a:t>なぜその論文に興味を持ったか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EE451A-AD96-1ACF-0B07-1AD4CBFD67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ja-JP" altLang="en-US" sz="2000"/>
              <a:t>自分が実際に始めたての頃に怪我をしていた。</a:t>
            </a:r>
            <a:endParaRPr lang="en-US" altLang="ja-JP" sz="2000"/>
          </a:p>
          <a:p>
            <a:endParaRPr kumimoji="1" lang="en-US" altLang="ja-JP" sz="2000"/>
          </a:p>
          <a:p>
            <a:r>
              <a:rPr lang="ja-JP" altLang="en-US" sz="2000"/>
              <a:t>筋トレとソフトウェアで何か研究したいと思っているから</a:t>
            </a:r>
            <a:endParaRPr kumimoji="1" lang="ja-JP" altLang="en-US" sz="2000"/>
          </a:p>
        </p:txBody>
      </p:sp>
    </p:spTree>
    <p:extLst>
      <p:ext uri="{BB962C8B-B14F-4D97-AF65-F5344CB8AC3E}">
        <p14:creationId xmlns:p14="http://schemas.microsoft.com/office/powerpoint/2010/main" val="4309589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タイトル 1">
            <a:extLst>
              <a:ext uri="{FF2B5EF4-FFF2-40B4-BE49-F238E27FC236}">
                <a16:creationId xmlns:a16="http://schemas.microsoft.com/office/drawing/2014/main" id="{E3C23A84-16D6-B61B-68A8-1D5895AD9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kumimoji="1" lang="ja-JP" altLang="en-US" sz="4000">
                <a:solidFill>
                  <a:srgbClr val="FFFFFF"/>
                </a:solidFill>
              </a:rPr>
              <a:t>展望</a:t>
            </a:r>
          </a:p>
        </p:txBody>
      </p:sp>
      <p:graphicFrame>
        <p:nvGraphicFramePr>
          <p:cNvPr id="5" name="コンテンツ プレースホルダー 2">
            <a:extLst>
              <a:ext uri="{FF2B5EF4-FFF2-40B4-BE49-F238E27FC236}">
                <a16:creationId xmlns:a16="http://schemas.microsoft.com/office/drawing/2014/main" id="{AC15B87F-9451-5ECD-4F9E-91D2EC1F280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78888171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82190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161</Words>
  <Application>Microsoft Office PowerPoint</Application>
  <PresentationFormat>ワイド画面</PresentationFormat>
  <Paragraphs>26</Paragraphs>
  <Slides>5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</vt:i4>
      </vt:variant>
    </vt:vector>
  </HeadingPairs>
  <TitlesOfParts>
    <vt:vector size="9" baseType="lpstr">
      <vt:lpstr>游ゴシック</vt:lpstr>
      <vt:lpstr>游ゴシック Light</vt:lpstr>
      <vt:lpstr>Arial</vt:lpstr>
      <vt:lpstr>Office テーマ</vt:lpstr>
      <vt:lpstr>宮澤研究室発表</vt:lpstr>
      <vt:lpstr>自分の興味がある論文・書籍について</vt:lpstr>
      <vt:lpstr>詳細</vt:lpstr>
      <vt:lpstr>なぜその論文に興味を持ったか</vt:lpstr>
      <vt:lpstr>展望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23ts030</dc:creator>
  <cp:lastModifiedBy>23ts030</cp:lastModifiedBy>
  <cp:revision>2</cp:revision>
  <dcterms:created xsi:type="dcterms:W3CDTF">2025-12-07T15:34:25Z</dcterms:created>
  <dcterms:modified xsi:type="dcterms:W3CDTF">2025-12-07T15:50:50Z</dcterms:modified>
</cp:coreProperties>
</file>