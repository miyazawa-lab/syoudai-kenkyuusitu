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1D0709-D0A3-C6A6-E4F7-6559E78E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1FE96BE-61B1-2BEF-DCB7-CE1ACC5E4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49383B-FA2B-D1E0-FFE7-3040AAD8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793FC3-F79F-218A-B294-F69FC2C3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323464-E8AB-DD12-20BE-8B814C64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056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D99D71-5196-B9F4-1CB8-DD8B9598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07D573-5D6D-C97B-693C-1AAD9D3CF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0CBC22-1380-8899-765B-7C160046E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03A59E-56B8-245F-54D9-556E9A67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816DB6-ABDD-D759-CCC7-F0F4EA05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53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E7CD6-D18E-2C24-5F55-0B0DDA84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9E3B570-65A9-A0F9-404F-082DC8617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D2446A-6361-799C-40FA-FA0EEC8F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482975-C2C6-FFAD-3CEA-D2B0AE36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131FC5-7CE0-5DC3-3B02-24DB8518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279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694C01-2A5B-3044-6075-B07F86D3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7CB952-AE7C-FBCC-3F1A-5A3BA3426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AB31C5F-17BA-B2D5-41AC-03858DE0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178F6E-2C88-1D7B-5AE1-49355E7A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90220E-003C-53E1-647B-48602BB7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F2CFED-362E-10A2-0B91-E44B163B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346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390233-409E-6780-2252-A9F26F96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446DD0-3783-8372-7D6D-5FD06B08D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3642C6-077D-D716-7466-AD1637A63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A45800-15A6-9748-B9A6-59C79C20D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A71642-8A28-85E0-C07B-AAB0A5AD9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2F42CF4-E167-8966-3151-98DA5CBF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E539AC8-349D-178E-34E0-71F74752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BD7804-F4FA-53F4-E066-847E2DB0F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69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3A7EAC-E50D-ECAB-79F2-14297EFD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8FE987-8EF4-F467-13DA-8CFA658F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21A7A7-A4D9-32A9-50C5-0E0A6BF7F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139722-2210-A019-5DF8-6473AE7A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2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97E5C78-1080-F9F9-6961-921DA0D8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B0DADD-1C9F-7560-337C-1C465F9E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524F05-67FA-E91C-0ACE-26053C85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215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523B8B-BF01-B60D-3A02-23A91FAF7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CF9B08-471D-41AF-6C50-2C741BF3C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820837-15CF-0A29-E5A1-8C99BE8A8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707898-EE2F-C153-54E5-A5450D22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3154B2-13A7-83CB-047F-5FAB229B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38D1DD-A678-C7EA-EF01-D98303A5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015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5FECBF-9FF4-ED03-B523-7755590F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1EDBB17-09A2-2492-2286-1A80F6F99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EC2B3D-C03E-B4CC-AF1D-E8138DD4D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181672-DA31-225B-2194-F79F9EBB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2F3333-2B8F-0F71-321D-F1FC1B72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268AD9-8E6B-A5C7-7222-C267B33E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72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08CCB-75CC-5E56-37FA-47817E73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ADFD46-3399-AB2E-1E99-AB6162DF8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333D9C-B8E7-3BF8-5D50-8070F571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E6085D-2CF4-F825-D3C7-523AF9DCB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51414B-5DCC-DC65-D33D-D149F9E25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220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684CEC-49BD-1AB0-2507-77550078D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60F3D3-0E33-6ECB-B008-9A1E2F7E4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0E79DF-3F38-2FFB-2AD3-23A3F6E7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734DCF-F5A1-60EE-C5B4-ABD347676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B44067-C74A-6B3D-611F-A297242F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85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32EFBF7-4EA1-C308-3705-791FE5B8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B0EE05-3D05-F901-F6A2-9F1130FD8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BCA1C0-7962-181F-B17A-12BEF698C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CEC3F-219B-48BB-82B1-2A184706C872}" type="datetimeFigureOut">
              <a:rPr kumimoji="1" lang="ja-JP" altLang="en-US" smtClean="0"/>
              <a:t>2025/11/30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DA6090-AB69-5AE2-D894-26F5C7C93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0425A-7E02-73FB-49A1-376536F4E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6590E-7BC3-4FF6-923E-2B21A9A626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90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167CCA1-243E-8D74-1FE5-39C35F4E6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800">
                <a:solidFill>
                  <a:srgbClr val="FFFFFF"/>
                </a:solidFill>
              </a:rPr>
              <a:t>宮澤研究室発表　最終発表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91DB89B-3B1E-4B0D-CB82-9C013E84A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 dirty="0"/>
              <a:t>2023TS030 </a:t>
            </a:r>
            <a:r>
              <a:rPr kumimoji="1" lang="ja-JP" altLang="en-US" dirty="0"/>
              <a:t>川瀬　河村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87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B4D3E7C-8C4C-9092-E093-0CFDE066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>
                <a:solidFill>
                  <a:srgbClr val="FFFFFF"/>
                </a:solidFill>
              </a:rPr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9541FA-F7D9-2CB5-C7E3-0A93DF850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endParaRPr kumimoji="1" lang="en-US" altLang="ja-JP" sz="2000"/>
          </a:p>
          <a:p>
            <a:r>
              <a:rPr lang="en-US" altLang="ja-JP" sz="2000"/>
              <a:t>1.</a:t>
            </a:r>
            <a:r>
              <a:rPr lang="ja-JP" altLang="en-US" sz="2000"/>
              <a:t>全体の構造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/>
              <a:t>2.</a:t>
            </a:r>
            <a:r>
              <a:rPr lang="ja-JP" altLang="en-US" sz="2000"/>
              <a:t>登録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/>
              <a:t>3.</a:t>
            </a:r>
            <a:r>
              <a:rPr lang="ja-JP" altLang="en-US" sz="2000"/>
              <a:t>ログイン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/>
              <a:t>4.</a:t>
            </a:r>
            <a:r>
              <a:rPr lang="ja-JP" altLang="en-US" sz="2000"/>
              <a:t>チャット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ja-JP" altLang="en-US" sz="2000"/>
              <a:t>まとめ</a:t>
            </a:r>
            <a:endParaRPr kumimoji="1" lang="en-US" altLang="ja-JP" sz="2000"/>
          </a:p>
          <a:p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88157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900BFF9-223B-FF28-89C1-EDE8FDBDF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ja-JP" sz="4000">
                <a:solidFill>
                  <a:srgbClr val="FFFFFF"/>
                </a:solidFill>
              </a:rPr>
              <a:t>1.</a:t>
            </a:r>
            <a:r>
              <a:rPr kumimoji="1" lang="ja-JP" altLang="en-US" sz="4000">
                <a:solidFill>
                  <a:srgbClr val="FFFFFF"/>
                </a:solidFill>
              </a:rPr>
              <a:t>全体の構造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91FAD7-A0C8-292E-3391-F12FF746C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kumimoji="1" lang="en-US" altLang="ja-JP" sz="2000"/>
              <a:t>1.</a:t>
            </a:r>
            <a:r>
              <a:rPr kumimoji="1" lang="ja-JP" altLang="en-US" sz="2000"/>
              <a:t>新規登録をするために</a:t>
            </a:r>
            <a:r>
              <a:rPr kumimoji="1" lang="en-US" altLang="ja-JP" sz="2000"/>
              <a:t>ID,</a:t>
            </a:r>
            <a:r>
              <a:rPr kumimoji="1" lang="ja-JP" altLang="en-US" sz="2000"/>
              <a:t>名前</a:t>
            </a:r>
            <a:r>
              <a:rPr kumimoji="1" lang="en-US" altLang="ja-JP" sz="2000"/>
              <a:t>,</a:t>
            </a:r>
            <a:r>
              <a:rPr lang="ja-JP" altLang="en-US" sz="2000"/>
              <a:t>パスワードを入力し登録</a:t>
            </a:r>
            <a:endParaRPr lang="en-US" altLang="ja-JP" sz="2000"/>
          </a:p>
          <a:p>
            <a:endParaRPr kumimoji="1" lang="en-US" altLang="ja-JP" sz="2000"/>
          </a:p>
          <a:p>
            <a:r>
              <a:rPr kumimoji="1" lang="en-US" altLang="ja-JP" sz="2000"/>
              <a:t>2.ID</a:t>
            </a:r>
            <a:r>
              <a:rPr kumimoji="1" lang="ja-JP" altLang="en-US" sz="2000"/>
              <a:t>とパスワードを打ちログイン</a:t>
            </a:r>
            <a:endParaRPr kumimoji="1" lang="en-US" altLang="ja-JP" sz="2000"/>
          </a:p>
          <a:p>
            <a:endParaRPr lang="en-US" altLang="ja-JP" sz="2000"/>
          </a:p>
          <a:p>
            <a:r>
              <a:rPr kumimoji="1" lang="en-US" altLang="ja-JP" sz="2000"/>
              <a:t>3.</a:t>
            </a:r>
            <a:r>
              <a:rPr kumimoji="1" lang="ja-JP" altLang="en-US" sz="2000"/>
              <a:t>チャット画面に移動しメッセージを送信</a:t>
            </a:r>
            <a:endParaRPr kumimoji="1" lang="en-US" altLang="ja-JP" sz="2000"/>
          </a:p>
          <a:p>
            <a:endParaRPr lang="en-US" altLang="ja-JP" sz="2000"/>
          </a:p>
          <a:p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62556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0DC0228-F81C-7570-6705-1E8E555C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ja-JP" sz="4000">
                <a:solidFill>
                  <a:srgbClr val="FFFFFF"/>
                </a:solidFill>
              </a:rPr>
              <a:t>2.</a:t>
            </a:r>
            <a:r>
              <a:rPr kumimoji="1" lang="ja-JP" altLang="en-US" sz="4000">
                <a:solidFill>
                  <a:srgbClr val="FFFFFF"/>
                </a:solidFill>
              </a:rPr>
              <a:t>登録</a:t>
            </a:r>
            <a:r>
              <a:rPr kumimoji="1" lang="en-US" altLang="ja-JP" sz="4000">
                <a:solidFill>
                  <a:srgbClr val="FFFFFF"/>
                </a:solidFill>
              </a:rPr>
              <a:t>(</a:t>
            </a:r>
            <a:r>
              <a:rPr kumimoji="1" lang="ja-JP" altLang="en-US" sz="4000">
                <a:solidFill>
                  <a:srgbClr val="FFFFFF"/>
                </a:solidFill>
              </a:rPr>
              <a:t>クライアント</a:t>
            </a:r>
            <a:r>
              <a:rPr kumimoji="1" lang="en-US" altLang="ja-JP" sz="4000">
                <a:solidFill>
                  <a:srgbClr val="FFFFFF"/>
                </a:solidFill>
              </a:rPr>
              <a:t>)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0971BC-C46A-637B-5F8F-253E55DF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kumimoji="1" lang="ja-JP" altLang="en-US" sz="2000"/>
              <a:t>クライアント側</a:t>
            </a:r>
            <a:endParaRPr kumimoji="1" lang="en-US" altLang="ja-JP" sz="2000"/>
          </a:p>
          <a:p>
            <a:r>
              <a:rPr kumimoji="1" lang="en-US" altLang="ja-JP" sz="2000"/>
              <a:t>1.</a:t>
            </a:r>
            <a:r>
              <a:rPr kumimoji="1" lang="ja-JP" altLang="en-US" sz="2000"/>
              <a:t>モード選択</a:t>
            </a:r>
            <a:r>
              <a:rPr kumimoji="1" lang="en-US" altLang="ja-JP" sz="2000"/>
              <a:t>(1:</a:t>
            </a:r>
            <a:r>
              <a:rPr kumimoji="1" lang="ja-JP" altLang="en-US" sz="2000"/>
              <a:t>登録</a:t>
            </a:r>
            <a:r>
              <a:rPr kumimoji="1" lang="en-US" altLang="ja-JP" sz="2000"/>
              <a:t>,2:</a:t>
            </a:r>
            <a:r>
              <a:rPr kumimoji="1" lang="ja-JP" altLang="en-US" sz="2000"/>
              <a:t>ログイン</a:t>
            </a:r>
            <a:r>
              <a:rPr kumimoji="1" lang="en-US" altLang="ja-JP" sz="2000"/>
              <a:t>)</a:t>
            </a:r>
          </a:p>
          <a:p>
            <a:r>
              <a:rPr lang="en-US" altLang="ja-JP" sz="2000"/>
              <a:t>2.</a:t>
            </a:r>
            <a:r>
              <a:rPr lang="ja-JP" altLang="en-US" sz="2000"/>
              <a:t>名前を入力</a:t>
            </a:r>
            <a:endParaRPr lang="en-US" altLang="ja-JP" sz="2000"/>
          </a:p>
          <a:p>
            <a:r>
              <a:rPr kumimoji="1" lang="en-US" altLang="ja-JP" sz="2000"/>
              <a:t>3.</a:t>
            </a:r>
            <a:r>
              <a:rPr kumimoji="1" lang="ja-JP" altLang="en-US" sz="2000"/>
              <a:t>パスワードを</a:t>
            </a:r>
            <a:r>
              <a:rPr lang="ja-JP" altLang="en-US" sz="2000"/>
              <a:t>入力</a:t>
            </a:r>
            <a:endParaRPr lang="en-US" altLang="ja-JP" sz="2000"/>
          </a:p>
          <a:p>
            <a:r>
              <a:rPr kumimoji="1" lang="en-US" altLang="ja-JP" sz="2000"/>
              <a:t>4.</a:t>
            </a:r>
            <a:r>
              <a:rPr kumimoji="1" lang="ja-JP" altLang="en-US" sz="2000"/>
              <a:t>認証完了し、チャットにうつる</a:t>
            </a:r>
            <a:endParaRPr kumimoji="1" lang="en-US" altLang="ja-JP" sz="2000"/>
          </a:p>
          <a:p>
            <a:endParaRPr kumimoji="1" lang="en-US" altLang="ja-JP" sz="2000"/>
          </a:p>
        </p:txBody>
      </p:sp>
      <p:pic>
        <p:nvPicPr>
          <p:cNvPr id="17" name="図 16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5C136A3-37BC-4934-DDAC-B3678434E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211" y="4227117"/>
            <a:ext cx="5551604" cy="216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0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4D4107B-3F58-F018-E15B-9448E51A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ja-JP" sz="4000">
                <a:solidFill>
                  <a:srgbClr val="FFFFFF"/>
                </a:solidFill>
              </a:rPr>
              <a:t>2.</a:t>
            </a:r>
            <a:r>
              <a:rPr kumimoji="1" lang="ja-JP" altLang="en-US" sz="4000">
                <a:solidFill>
                  <a:srgbClr val="FFFFFF"/>
                </a:solidFill>
              </a:rPr>
              <a:t>登録</a:t>
            </a:r>
            <a:r>
              <a:rPr kumimoji="1" lang="en-US" altLang="ja-JP" sz="4000">
                <a:solidFill>
                  <a:srgbClr val="FFFFFF"/>
                </a:solidFill>
              </a:rPr>
              <a:t>(</a:t>
            </a:r>
            <a:r>
              <a:rPr kumimoji="1" lang="ja-JP" altLang="en-US" sz="4000">
                <a:solidFill>
                  <a:srgbClr val="FFFFFF"/>
                </a:solidFill>
              </a:rPr>
              <a:t>サーバー</a:t>
            </a:r>
            <a:r>
              <a:rPr kumimoji="1" lang="en-US" altLang="ja-JP" sz="4000">
                <a:solidFill>
                  <a:srgbClr val="FFFFFF"/>
                </a:solidFill>
              </a:rPr>
              <a:t>)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9D3E48-0D4B-7681-B079-FC0D45E76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ja-JP" sz="2000"/>
              <a:t>add_user :users.json</a:t>
            </a:r>
            <a:r>
              <a:rPr lang="ja-JP" altLang="en-US" sz="2000"/>
              <a:t>に追加し、永続化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en-US" altLang="ja-JP" sz="2000"/>
              <a:t>load_users: </a:t>
            </a:r>
            <a:r>
              <a:rPr lang="ja-JP" altLang="en-US" sz="2000"/>
              <a:t>メモリ上のユーザーリストを更新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ja-JP" altLang="en-US" sz="2000"/>
              <a:t>クライアントに完了メッセージを送る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ja-JP" altLang="en-US" sz="2000"/>
              <a:t>認証済みにしチャットに移行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6473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BFBBF94-6E24-FF01-7AA9-94AE3B89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ja-JP" sz="4000">
                <a:solidFill>
                  <a:srgbClr val="FFFFFF"/>
                </a:solidFill>
              </a:rPr>
              <a:t>3.</a:t>
            </a:r>
            <a:r>
              <a:rPr kumimoji="1" lang="ja-JP" altLang="en-US" sz="4000">
                <a:solidFill>
                  <a:srgbClr val="FFFFFF"/>
                </a:solidFill>
              </a:rPr>
              <a:t>ログイン</a:t>
            </a:r>
            <a:r>
              <a:rPr kumimoji="1" lang="en-US" altLang="ja-JP" sz="4000">
                <a:solidFill>
                  <a:srgbClr val="FFFFFF"/>
                </a:solidFill>
              </a:rPr>
              <a:t>(</a:t>
            </a:r>
            <a:r>
              <a:rPr kumimoji="1" lang="ja-JP" altLang="en-US" sz="4000">
                <a:solidFill>
                  <a:srgbClr val="FFFFFF"/>
                </a:solidFill>
              </a:rPr>
              <a:t>クライアント</a:t>
            </a:r>
            <a:r>
              <a:rPr kumimoji="1" lang="en-US" altLang="ja-JP" sz="4000">
                <a:solidFill>
                  <a:srgbClr val="FFFFFF"/>
                </a:solidFill>
              </a:rPr>
              <a:t>)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47A23E-2B17-7441-1C95-26927641C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245" y="669363"/>
            <a:ext cx="3290579" cy="5534211"/>
          </a:xfrm>
        </p:spPr>
        <p:txBody>
          <a:bodyPr anchor="ctr">
            <a:normAutofit/>
          </a:bodyPr>
          <a:lstStyle/>
          <a:p>
            <a:r>
              <a:rPr kumimoji="1" lang="en-US" altLang="ja-JP" sz="2000"/>
              <a:t>1.</a:t>
            </a:r>
            <a:r>
              <a:rPr kumimoji="1" lang="ja-JP" altLang="en-US" sz="2000"/>
              <a:t>モード選択</a:t>
            </a:r>
            <a:r>
              <a:rPr kumimoji="1" lang="en-US" altLang="ja-JP" sz="2000"/>
              <a:t>(2.</a:t>
            </a:r>
            <a:r>
              <a:rPr kumimoji="1" lang="ja-JP" altLang="en-US" sz="2000"/>
              <a:t>ログイン</a:t>
            </a:r>
            <a:r>
              <a:rPr kumimoji="1" lang="en-US" altLang="ja-JP" sz="2000"/>
              <a:t>)</a:t>
            </a:r>
          </a:p>
          <a:p>
            <a:r>
              <a:rPr lang="en-US" altLang="ja-JP" sz="2000"/>
              <a:t>2.</a:t>
            </a:r>
            <a:r>
              <a:rPr lang="ja-JP" altLang="en-US" sz="2000"/>
              <a:t>名前を入力</a:t>
            </a:r>
            <a:endParaRPr lang="en-US" altLang="ja-JP" sz="2000"/>
          </a:p>
          <a:p>
            <a:r>
              <a:rPr lang="en-US" altLang="ja-JP" sz="2000"/>
              <a:t>3.</a:t>
            </a:r>
            <a:r>
              <a:rPr lang="ja-JP" altLang="en-US" sz="2000"/>
              <a:t>パスワードを入力</a:t>
            </a:r>
            <a:endParaRPr lang="en-US" altLang="ja-JP" sz="2000"/>
          </a:p>
          <a:p>
            <a:r>
              <a:rPr lang="en-US" altLang="ja-JP" sz="2000"/>
              <a:t>4.</a:t>
            </a:r>
            <a:r>
              <a:rPr lang="ja-JP" altLang="en-US" sz="2000"/>
              <a:t>認証失敗時 </a:t>
            </a:r>
            <a:r>
              <a:rPr lang="en-US" altLang="ja-JP" sz="2000"/>
              <a:t>-&gt; </a:t>
            </a:r>
            <a:r>
              <a:rPr lang="ja-JP" altLang="en-US" sz="2000"/>
              <a:t>再入力</a:t>
            </a:r>
            <a:r>
              <a:rPr lang="en-US" altLang="ja-JP" sz="2000"/>
              <a:t>(</a:t>
            </a:r>
            <a:r>
              <a:rPr lang="ja-JP" altLang="en-US" sz="2000"/>
              <a:t>改善点</a:t>
            </a:r>
            <a:r>
              <a:rPr lang="en-US" altLang="ja-JP" sz="2000"/>
              <a:t>)</a:t>
            </a:r>
          </a:p>
          <a:p>
            <a:r>
              <a:rPr lang="en-US" altLang="ja-JP" sz="2000"/>
              <a:t>5.</a:t>
            </a:r>
            <a:r>
              <a:rPr lang="ja-JP" altLang="en-US" sz="2000"/>
              <a:t>認証成功時　</a:t>
            </a:r>
            <a:r>
              <a:rPr lang="en-US" altLang="ja-JP" sz="2000"/>
              <a:t>-&gt; </a:t>
            </a:r>
            <a:r>
              <a:rPr lang="ja-JP" altLang="en-US" sz="2000"/>
              <a:t>チャットに進む</a:t>
            </a:r>
            <a:endParaRPr lang="en-US" altLang="ja-JP" sz="2000"/>
          </a:p>
          <a:p>
            <a:endParaRPr kumimoji="1" lang="ja-JP" altLang="en-US" sz="2000"/>
          </a:p>
        </p:txBody>
      </p:sp>
      <p:pic>
        <p:nvPicPr>
          <p:cNvPr id="5" name="図 4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BE32383-B04E-BCF3-2797-D3AE1C03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59" y="1572349"/>
            <a:ext cx="2823586" cy="1037667"/>
          </a:xfrm>
          <a:prstGeom prst="rect">
            <a:avLst/>
          </a:prstGeom>
        </p:spPr>
      </p:pic>
      <p:pic>
        <p:nvPicPr>
          <p:cNvPr id="7" name="図 6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36F80E9-FD41-8E1B-AE50-EFEE96D26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59" y="3693341"/>
            <a:ext cx="2823586" cy="21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33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3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D996FAB-1D08-649F-6D61-2161C689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ja-JP" sz="4000">
                <a:solidFill>
                  <a:srgbClr val="FFFFFF"/>
                </a:solidFill>
              </a:rPr>
              <a:t>3.</a:t>
            </a:r>
            <a:r>
              <a:rPr kumimoji="1" lang="ja-JP" altLang="en-US" sz="4000">
                <a:solidFill>
                  <a:srgbClr val="FFFFFF"/>
                </a:solidFill>
              </a:rPr>
              <a:t>ログイン</a:t>
            </a:r>
            <a:r>
              <a:rPr kumimoji="1" lang="en-US" altLang="ja-JP" sz="4000">
                <a:solidFill>
                  <a:srgbClr val="FFFFFF"/>
                </a:solidFill>
              </a:rPr>
              <a:t>(</a:t>
            </a:r>
            <a:r>
              <a:rPr kumimoji="1" lang="ja-JP" altLang="en-US" sz="4000">
                <a:solidFill>
                  <a:srgbClr val="FFFFFF"/>
                </a:solidFill>
              </a:rPr>
              <a:t>サーバー</a:t>
            </a:r>
            <a:r>
              <a:rPr kumimoji="1" lang="en-US" altLang="ja-JP" sz="4000">
                <a:solidFill>
                  <a:srgbClr val="FFFFFF"/>
                </a:solidFill>
              </a:rPr>
              <a:t>)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B9BB7E-07BB-FE03-F41C-384C52306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altLang="ja-JP" sz="2000"/>
              <a:t>l</a:t>
            </a:r>
            <a:r>
              <a:rPr kumimoji="1" lang="en-US" altLang="ja-JP" sz="2000"/>
              <a:t>oad_users : </a:t>
            </a:r>
            <a:r>
              <a:rPr kumimoji="1" lang="ja-JP" altLang="en-US" sz="2000"/>
              <a:t>ユーザー情報を最新化</a:t>
            </a:r>
            <a:endParaRPr kumimoji="1" lang="en-US" altLang="ja-JP" sz="2000"/>
          </a:p>
          <a:p>
            <a:endParaRPr lang="en-US" altLang="ja-JP" sz="2000"/>
          </a:p>
          <a:p>
            <a:r>
              <a:rPr lang="en-US" altLang="ja-JP" sz="2000"/>
              <a:t>a</a:t>
            </a:r>
            <a:r>
              <a:rPr kumimoji="1" lang="en-US" altLang="ja-JP" sz="2000"/>
              <a:t>uthenticate : </a:t>
            </a:r>
            <a:r>
              <a:rPr kumimoji="1" lang="ja-JP" altLang="en-US" sz="2000"/>
              <a:t>名前とパスワードを照合</a:t>
            </a:r>
            <a:endParaRPr kumimoji="1" lang="en-US" altLang="ja-JP" sz="2000"/>
          </a:p>
          <a:p>
            <a:endParaRPr lang="en-US" altLang="ja-JP" sz="2000"/>
          </a:p>
          <a:p>
            <a:r>
              <a:rPr kumimoji="1" lang="ja-JP" altLang="en-US" sz="2000"/>
              <a:t>認証失敗時 </a:t>
            </a:r>
            <a:r>
              <a:rPr kumimoji="1" lang="en-US" altLang="ja-JP" sz="2000"/>
              <a:t>-&gt; </a:t>
            </a:r>
            <a:r>
              <a:rPr kumimoji="1" lang="ja-JP" altLang="en-US" sz="2000"/>
              <a:t>再入力を要求</a:t>
            </a:r>
            <a:endParaRPr kumimoji="1" lang="en-US" altLang="ja-JP" sz="2000"/>
          </a:p>
          <a:p>
            <a:endParaRPr lang="en-US" altLang="ja-JP" sz="2000"/>
          </a:p>
          <a:p>
            <a:r>
              <a:rPr kumimoji="1" lang="ja-JP" altLang="en-US" sz="2000"/>
              <a:t>認証成功時 </a:t>
            </a:r>
            <a:r>
              <a:rPr kumimoji="1" lang="en-US" altLang="ja-JP" sz="2000"/>
              <a:t>-&gt; </a:t>
            </a:r>
            <a:r>
              <a:rPr lang="ja-JP" altLang="en-US" sz="2000"/>
              <a:t>クライアントが接続リストに追加され、チャット機能へ</a:t>
            </a:r>
            <a:endParaRPr kumimoji="1" lang="ja-JP" altLang="en-US" sz="2000"/>
          </a:p>
        </p:txBody>
      </p:sp>
      <p:pic>
        <p:nvPicPr>
          <p:cNvPr id="5" name="図 4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2E49F917-2EDA-4A64-8E89-B3EF87C5F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030" y="1275359"/>
            <a:ext cx="4408715" cy="378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69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6">
            <a:extLst>
              <a:ext uri="{FF2B5EF4-FFF2-40B4-BE49-F238E27FC236}">
                <a16:creationId xmlns:a16="http://schemas.microsoft.com/office/drawing/2014/main" id="{4C6B5652-C661-4C58-B937-F0F490F7F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0B936867-6407-43FB-9DE6-1B0879D0C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0">
            <a:extLst>
              <a:ext uri="{FF2B5EF4-FFF2-40B4-BE49-F238E27FC236}">
                <a16:creationId xmlns:a16="http://schemas.microsoft.com/office/drawing/2014/main" id="{ACD0B258-678B-4A8C-894F-848AF2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8D58395-74AF-401A-AF2F-76B6FCF7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003F3F-F118-41D2-AA3F-74DB0D197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3B154E5-F09A-64FD-AE58-B551F293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457201"/>
            <a:ext cx="2844800" cy="3588870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ja-JP" sz="4000">
                <a:solidFill>
                  <a:srgbClr val="FFFFFF"/>
                </a:solidFill>
              </a:rPr>
              <a:t>4.</a:t>
            </a:r>
            <a:r>
              <a:rPr kumimoji="1" lang="ja-JP" altLang="en-US" sz="4000">
                <a:solidFill>
                  <a:srgbClr val="FFFFFF"/>
                </a:solidFill>
              </a:rPr>
              <a:t>チャット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CB08B5-9675-C54C-DDFA-08B43FB48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245" y="669363"/>
            <a:ext cx="3290579" cy="553421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kumimoji="1" lang="ja-JP" altLang="en-US" sz="2000"/>
              <a:t>・全体トーク</a:t>
            </a:r>
            <a:endParaRPr kumimoji="1" lang="en-US" altLang="ja-JP" sz="2000"/>
          </a:p>
          <a:p>
            <a:pPr marL="0" indent="0">
              <a:buNone/>
            </a:pPr>
            <a:r>
              <a:rPr kumimoji="1" lang="ja-JP" altLang="en-US" sz="2000"/>
              <a:t>　・送信したメッセージがサーバーで送信者名が付けられ、</a:t>
            </a:r>
            <a:r>
              <a:rPr lang="ja-JP" altLang="en-US" sz="2000"/>
              <a:t>全ク　ライアントに</a:t>
            </a:r>
            <a:r>
              <a:rPr lang="en-US" altLang="ja-JP" sz="2000"/>
              <a:t>broadcast_message</a:t>
            </a:r>
            <a:r>
              <a:rPr lang="ja-JP" altLang="en-US" sz="2000"/>
              <a:t>関数により一斉送信される。</a:t>
            </a:r>
            <a:endParaRPr lang="en-US" altLang="ja-JP" sz="2000"/>
          </a:p>
          <a:p>
            <a:pPr marL="0" indent="0">
              <a:buNone/>
            </a:pPr>
            <a:endParaRPr kumimoji="1" lang="en-US" altLang="ja-JP" sz="2000"/>
          </a:p>
          <a:p>
            <a:pPr marL="0" indent="0">
              <a:buNone/>
            </a:pPr>
            <a:r>
              <a:rPr lang="ja-JP" altLang="en-US" sz="2000"/>
              <a:t>・個別トーク</a:t>
            </a:r>
            <a:endParaRPr lang="en-US" altLang="ja-JP" sz="2000"/>
          </a:p>
          <a:p>
            <a:pPr marL="0" indent="0">
              <a:buNone/>
            </a:pPr>
            <a:r>
              <a:rPr kumimoji="1" lang="ja-JP" altLang="en-US" sz="2000"/>
              <a:t>　・</a:t>
            </a:r>
            <a:r>
              <a:rPr kumimoji="1" lang="en-US" altLang="ja-JP" sz="2000"/>
              <a:t>/whisper  </a:t>
            </a:r>
            <a:r>
              <a:rPr kumimoji="1" lang="ja-JP" altLang="en-US" sz="2000"/>
              <a:t>宛先ユーザー名 メッセージ　をサーバーが解析し</a:t>
            </a:r>
            <a:r>
              <a:rPr kumimoji="1" lang="en-US" altLang="ja-JP" sz="2000"/>
              <a:t>send_private_message</a:t>
            </a:r>
            <a:r>
              <a:rPr kumimoji="1" lang="ja-JP" altLang="en-US" sz="2000"/>
              <a:t>関数を用いて指定したユーザーにのみメッセージを送信。</a:t>
            </a:r>
            <a:endParaRPr kumimoji="1" lang="en-US" altLang="ja-JP" sz="2000"/>
          </a:p>
        </p:txBody>
      </p:sp>
      <p:pic>
        <p:nvPicPr>
          <p:cNvPr id="5" name="図 4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C9142F3-C4AB-1325-6209-88A826C4D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59" y="1194694"/>
            <a:ext cx="2823586" cy="1792977"/>
          </a:xfrm>
          <a:prstGeom prst="rect">
            <a:avLst/>
          </a:prstGeom>
        </p:spPr>
      </p:pic>
      <p:pic>
        <p:nvPicPr>
          <p:cNvPr id="7" name="図 6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D0E8997-A451-0886-B81D-C18CDB4D0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859" y="3827461"/>
            <a:ext cx="2823586" cy="192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795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FDEAF26-75FC-23A8-C450-95502001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464C3E-9597-E214-A110-D612AE35D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kumimoji="1" lang="ja-JP" altLang="en-US" sz="2000" dirty="0"/>
              <a:t>認証失敗時の改善が必要</a:t>
            </a:r>
            <a:endParaRPr kumimoji="1" lang="en-US" altLang="ja-JP" sz="2000" dirty="0"/>
          </a:p>
          <a:p>
            <a:endParaRPr lang="en-US" altLang="ja-JP" sz="2000" dirty="0"/>
          </a:p>
          <a:p>
            <a:endParaRPr kumimoji="1" lang="en-US" altLang="ja-JP" sz="2000" dirty="0"/>
          </a:p>
          <a:p>
            <a:r>
              <a:rPr lang="ja-JP" altLang="en-US" sz="2000" dirty="0"/>
              <a:t>メッセージログの保存を追加したい</a:t>
            </a:r>
            <a:endParaRPr kumimoji="1" lang="en-US" altLang="ja-JP" sz="2000" dirty="0"/>
          </a:p>
          <a:p>
            <a:endParaRPr lang="en-US" altLang="ja-JP" sz="2000" dirty="0"/>
          </a:p>
          <a:p>
            <a:pPr marL="0" indent="0">
              <a:buNone/>
            </a:pPr>
            <a:endParaRPr lang="en-US" altLang="ja-JP" sz="2000" dirty="0"/>
          </a:p>
          <a:p>
            <a:r>
              <a:rPr lang="en-US" altLang="ja-JP" sz="2000" dirty="0"/>
              <a:t>C</a:t>
            </a:r>
            <a:r>
              <a:rPr lang="ja-JP" altLang="en-US" sz="2000" dirty="0"/>
              <a:t>言語でのチャットツール開発の基本構造を理解することができた。</a:t>
            </a:r>
            <a:endParaRPr lang="en-US" altLang="ja-JP" sz="2000" dirty="0"/>
          </a:p>
          <a:p>
            <a:endParaRPr kumimoji="1" lang="en-US" altLang="ja-JP" sz="2000" dirty="0"/>
          </a:p>
          <a:p>
            <a:endParaRPr kumimoji="1" lang="en-US" altLang="ja-JP" sz="2000" dirty="0"/>
          </a:p>
          <a:p>
            <a:endParaRPr lang="en-US" altLang="ja-JP" sz="2000" dirty="0"/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63368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06F52E-887A-9944-0286-C072BA60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0A54EB-4720-5DA9-854E-DF46B31A7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[1] https://daeudaeu.com/socket/,2025 </a:t>
            </a:r>
            <a:r>
              <a:rPr lang="ja-JP" altLang="en-US" dirty="0"/>
              <a:t>年 </a:t>
            </a:r>
            <a:r>
              <a:rPr lang="en-US" altLang="ja-JP" dirty="0"/>
              <a:t>11 </a:t>
            </a:r>
            <a:r>
              <a:rPr lang="ja-JP" altLang="en-US" dirty="0"/>
              <a:t>月 </a:t>
            </a:r>
            <a:r>
              <a:rPr lang="en-US" altLang="ja-JP" dirty="0"/>
              <a:t>25 </a:t>
            </a:r>
            <a:r>
              <a:rPr lang="ja-JP" altLang="en-US" dirty="0"/>
              <a:t>日 </a:t>
            </a:r>
            <a:endParaRPr lang="en-US" altLang="ja-JP" dirty="0"/>
          </a:p>
          <a:p>
            <a:r>
              <a:rPr lang="en-US" altLang="ja-JP" dirty="0"/>
              <a:t>[2]https://qiita.com/fujifuji1414/items/6daa393a86582d81f0b5,2025 </a:t>
            </a:r>
            <a:r>
              <a:rPr lang="ja-JP" altLang="en-US" dirty="0"/>
              <a:t>年 </a:t>
            </a:r>
            <a:r>
              <a:rPr lang="en-US" altLang="ja-JP" dirty="0"/>
              <a:t>11 </a:t>
            </a:r>
            <a:r>
              <a:rPr lang="ja-JP" altLang="en-US" dirty="0"/>
              <a:t>月 </a:t>
            </a:r>
            <a:r>
              <a:rPr lang="en-US" altLang="ja-JP" dirty="0"/>
              <a:t>25 </a:t>
            </a:r>
            <a:r>
              <a:rPr lang="ja-JP" altLang="en-US" dirty="0"/>
              <a:t>日</a:t>
            </a:r>
            <a:endParaRPr lang="en-US" altLang="ja-JP" dirty="0"/>
          </a:p>
          <a:p>
            <a:r>
              <a:rPr lang="ja-JP" altLang="en-US" dirty="0"/>
              <a:t> </a:t>
            </a:r>
            <a:r>
              <a:rPr lang="en-US" altLang="ja-JP" dirty="0"/>
              <a:t>[3] https://qiita.com/Sicut study/items/4f301d000ecee98e78c9,2025 </a:t>
            </a:r>
            <a:r>
              <a:rPr lang="ja-JP" altLang="en-US" dirty="0"/>
              <a:t>年 </a:t>
            </a:r>
            <a:r>
              <a:rPr lang="en-US" altLang="ja-JP" dirty="0"/>
              <a:t>11 </a:t>
            </a:r>
            <a:r>
              <a:rPr lang="ja-JP" altLang="en-US" dirty="0"/>
              <a:t>月 </a:t>
            </a:r>
            <a:r>
              <a:rPr lang="en-US" altLang="ja-JP" dirty="0"/>
              <a:t>25 </a:t>
            </a:r>
            <a:r>
              <a:rPr lang="ja-JP" altLang="en-US" dirty="0"/>
              <a:t>日</a:t>
            </a:r>
            <a:endParaRPr lang="en-US" altLang="ja-JP" dirty="0"/>
          </a:p>
          <a:p>
            <a:r>
              <a:rPr lang="ja-JP" altLang="en-US" dirty="0"/>
              <a:t> </a:t>
            </a:r>
            <a:r>
              <a:rPr lang="en-US" altLang="ja-JP" dirty="0"/>
              <a:t>[4] https://zenn.dev/pataro/articles/04dae702e9b073,2025 </a:t>
            </a:r>
            <a:r>
              <a:rPr lang="ja-JP" altLang="en-US" dirty="0"/>
              <a:t>年 </a:t>
            </a:r>
            <a:r>
              <a:rPr lang="en-US" altLang="ja-JP" dirty="0"/>
              <a:t>11 </a:t>
            </a:r>
            <a:r>
              <a:rPr lang="ja-JP" altLang="en-US" dirty="0"/>
              <a:t>月 </a:t>
            </a:r>
            <a:r>
              <a:rPr lang="en-US" altLang="ja-JP" dirty="0"/>
              <a:t>25 </a:t>
            </a:r>
            <a:r>
              <a:rPr lang="ja-JP" altLang="en-US" dirty="0"/>
              <a:t>日 </a:t>
            </a:r>
            <a:endParaRPr lang="en-US" altLang="ja-JP" dirty="0"/>
          </a:p>
          <a:p>
            <a:r>
              <a:rPr lang="en-US" altLang="ja-JP" dirty="0"/>
              <a:t>[5] https://af-e.net/c-language-pthread-usage/,2025 </a:t>
            </a:r>
            <a:r>
              <a:rPr lang="ja-JP" altLang="en-US" dirty="0"/>
              <a:t>年 </a:t>
            </a:r>
            <a:r>
              <a:rPr lang="en-US" altLang="ja-JP" dirty="0"/>
              <a:t>11 </a:t>
            </a:r>
            <a:r>
              <a:rPr lang="ja-JP" altLang="en-US" dirty="0"/>
              <a:t>月 </a:t>
            </a:r>
            <a:r>
              <a:rPr lang="en-US" altLang="ja-JP" dirty="0"/>
              <a:t>25 </a:t>
            </a:r>
            <a:r>
              <a:rPr lang="ja-JP" altLang="en-US" dirty="0"/>
              <a:t>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6000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22457</TotalTime>
  <Words>419</Words>
  <Application>Microsoft Office PowerPoint</Application>
  <PresentationFormat>ワイド画面</PresentationFormat>
  <Paragraphs>69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宮澤研究室発表　最終発表</vt:lpstr>
      <vt:lpstr>目次</vt:lpstr>
      <vt:lpstr>1.全体の構造</vt:lpstr>
      <vt:lpstr>2.登録(クライアント)</vt:lpstr>
      <vt:lpstr>2.登録(サーバー)</vt:lpstr>
      <vt:lpstr>3.ログイン(クライアント)</vt:lpstr>
      <vt:lpstr>3.ログイン(サーバー)</vt:lpstr>
      <vt:lpstr>4.チャット</vt:lpstr>
      <vt:lpstr>まとめ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23ts030</dc:creator>
  <cp:lastModifiedBy>23ts030</cp:lastModifiedBy>
  <cp:revision>6</cp:revision>
  <dcterms:created xsi:type="dcterms:W3CDTF">2025-11-09T17:13:41Z</dcterms:created>
  <dcterms:modified xsi:type="dcterms:W3CDTF">2025-11-30T17:54:59Z</dcterms:modified>
</cp:coreProperties>
</file>