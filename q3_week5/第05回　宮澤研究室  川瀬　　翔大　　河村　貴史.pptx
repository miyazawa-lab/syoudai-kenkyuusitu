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62" d="100"/>
          <a:sy n="62" d="100"/>
        </p:scale>
        <p:origin x="6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5EF56E-803C-400A-BBE2-6A3D1A1FD523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5D234D6-0413-4953-8AAA-8CA16B42725F}">
      <dgm:prSet/>
      <dgm:spPr/>
      <dgm:t>
        <a:bodyPr/>
        <a:lstStyle/>
        <a:p>
          <a:r>
            <a:rPr lang="ja-JP"/>
            <a:t>ソケット通信の仕組み</a:t>
          </a:r>
          <a:endParaRPr lang="en-US"/>
        </a:p>
      </dgm:t>
    </dgm:pt>
    <dgm:pt modelId="{CD2D0696-0A2A-4462-AC1D-0BFB388D67A9}" type="parTrans" cxnId="{54584B87-1D2D-4920-8D9B-AAC79E184821}">
      <dgm:prSet/>
      <dgm:spPr/>
      <dgm:t>
        <a:bodyPr/>
        <a:lstStyle/>
        <a:p>
          <a:endParaRPr lang="en-US"/>
        </a:p>
      </dgm:t>
    </dgm:pt>
    <dgm:pt modelId="{279C8BE9-55F5-4C47-983D-2BE9D23B560D}" type="sibTrans" cxnId="{54584B87-1D2D-4920-8D9B-AAC79E184821}">
      <dgm:prSet/>
      <dgm:spPr/>
      <dgm:t>
        <a:bodyPr/>
        <a:lstStyle/>
        <a:p>
          <a:endParaRPr lang="en-US"/>
        </a:p>
      </dgm:t>
    </dgm:pt>
    <dgm:pt modelId="{479AFEFE-3FC4-47B6-BFC8-5789375F8130}">
      <dgm:prSet/>
      <dgm:spPr/>
      <dgm:t>
        <a:bodyPr/>
        <a:lstStyle/>
        <a:p>
          <a:r>
            <a:rPr lang="ja-JP"/>
            <a:t>サーバーとクライアント間での通信処理</a:t>
          </a:r>
          <a:endParaRPr lang="en-US"/>
        </a:p>
      </dgm:t>
    </dgm:pt>
    <dgm:pt modelId="{27E3092B-9E97-4B98-BF08-7C0FD685E182}" type="parTrans" cxnId="{5AE49F4D-B212-4ADD-BC7A-4EF7CAF5605A}">
      <dgm:prSet/>
      <dgm:spPr/>
      <dgm:t>
        <a:bodyPr/>
        <a:lstStyle/>
        <a:p>
          <a:endParaRPr lang="en-US"/>
        </a:p>
      </dgm:t>
    </dgm:pt>
    <dgm:pt modelId="{D853D987-6B95-46BE-B8CE-E4A429CB66DF}" type="sibTrans" cxnId="{5AE49F4D-B212-4ADD-BC7A-4EF7CAF5605A}">
      <dgm:prSet/>
      <dgm:spPr/>
      <dgm:t>
        <a:bodyPr/>
        <a:lstStyle/>
        <a:p>
          <a:endParaRPr lang="en-US"/>
        </a:p>
      </dgm:t>
    </dgm:pt>
    <dgm:pt modelId="{88C9071B-BA63-4ED0-B1F0-FFC189F0BBB5}">
      <dgm:prSet/>
      <dgm:spPr/>
      <dgm:t>
        <a:bodyPr/>
        <a:lstStyle/>
        <a:p>
          <a:r>
            <a:rPr kumimoji="1" lang="ja-JP"/>
            <a:t>リアルタイムチャットの実現</a:t>
          </a:r>
          <a:endParaRPr lang="en-US"/>
        </a:p>
      </dgm:t>
    </dgm:pt>
    <dgm:pt modelId="{0EDB9667-696A-42EE-B365-4652C71E4690}" type="parTrans" cxnId="{BF961C18-5A89-4816-BF95-C3BC69EE3D25}">
      <dgm:prSet/>
      <dgm:spPr/>
      <dgm:t>
        <a:bodyPr/>
        <a:lstStyle/>
        <a:p>
          <a:endParaRPr lang="en-US"/>
        </a:p>
      </dgm:t>
    </dgm:pt>
    <dgm:pt modelId="{D4FCBA7D-F4A1-4839-85E2-F796E94F2B78}" type="sibTrans" cxnId="{BF961C18-5A89-4816-BF95-C3BC69EE3D25}">
      <dgm:prSet/>
      <dgm:spPr/>
      <dgm:t>
        <a:bodyPr/>
        <a:lstStyle/>
        <a:p>
          <a:endParaRPr lang="en-US"/>
        </a:p>
      </dgm:t>
    </dgm:pt>
    <dgm:pt modelId="{03E99C35-F2B0-4711-AB25-FB81E875CF6D}" type="pres">
      <dgm:prSet presAssocID="{F75EF56E-803C-400A-BBE2-6A3D1A1FD52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FC5BE01-EFB5-4E0B-8792-2B497922818B}" type="pres">
      <dgm:prSet presAssocID="{C5D234D6-0413-4953-8AAA-8CA16B42725F}" presName="root" presStyleCnt="0"/>
      <dgm:spPr/>
    </dgm:pt>
    <dgm:pt modelId="{97A03807-25C5-4AC0-88AC-5D9229365B67}" type="pres">
      <dgm:prSet presAssocID="{C5D234D6-0413-4953-8AAA-8CA16B42725F}" presName="rootComposite" presStyleCnt="0"/>
      <dgm:spPr/>
    </dgm:pt>
    <dgm:pt modelId="{2CB203D4-70D7-4CC2-9DBA-FF0D76E9B0B4}" type="pres">
      <dgm:prSet presAssocID="{C5D234D6-0413-4953-8AAA-8CA16B42725F}" presName="rootText" presStyleLbl="node1" presStyleIdx="0" presStyleCnt="3"/>
      <dgm:spPr/>
    </dgm:pt>
    <dgm:pt modelId="{16CC626B-19E7-4FD0-BC54-949D92D81523}" type="pres">
      <dgm:prSet presAssocID="{C5D234D6-0413-4953-8AAA-8CA16B42725F}" presName="rootConnector" presStyleLbl="node1" presStyleIdx="0" presStyleCnt="3"/>
      <dgm:spPr/>
    </dgm:pt>
    <dgm:pt modelId="{4309FD99-EEF8-4014-A7BA-13AD7EAE864E}" type="pres">
      <dgm:prSet presAssocID="{C5D234D6-0413-4953-8AAA-8CA16B42725F}" presName="childShape" presStyleCnt="0"/>
      <dgm:spPr/>
    </dgm:pt>
    <dgm:pt modelId="{C6305BE4-AE41-49D2-A177-AAF01A7EA268}" type="pres">
      <dgm:prSet presAssocID="{479AFEFE-3FC4-47B6-BFC8-5789375F8130}" presName="root" presStyleCnt="0"/>
      <dgm:spPr/>
    </dgm:pt>
    <dgm:pt modelId="{B10684A5-9B93-48E7-BE67-1F25F8AF63DC}" type="pres">
      <dgm:prSet presAssocID="{479AFEFE-3FC4-47B6-BFC8-5789375F8130}" presName="rootComposite" presStyleCnt="0"/>
      <dgm:spPr/>
    </dgm:pt>
    <dgm:pt modelId="{D4EA7F13-61EF-4EB4-8E6A-840D27B1DE16}" type="pres">
      <dgm:prSet presAssocID="{479AFEFE-3FC4-47B6-BFC8-5789375F8130}" presName="rootText" presStyleLbl="node1" presStyleIdx="1" presStyleCnt="3"/>
      <dgm:spPr/>
    </dgm:pt>
    <dgm:pt modelId="{46D46267-6418-40F5-B703-DB2F1A995850}" type="pres">
      <dgm:prSet presAssocID="{479AFEFE-3FC4-47B6-BFC8-5789375F8130}" presName="rootConnector" presStyleLbl="node1" presStyleIdx="1" presStyleCnt="3"/>
      <dgm:spPr/>
    </dgm:pt>
    <dgm:pt modelId="{372E1D1B-0A6A-4C6E-9201-9244805AA280}" type="pres">
      <dgm:prSet presAssocID="{479AFEFE-3FC4-47B6-BFC8-5789375F8130}" presName="childShape" presStyleCnt="0"/>
      <dgm:spPr/>
    </dgm:pt>
    <dgm:pt modelId="{D0CDE892-4A53-4072-BFAE-6D708F0D77B7}" type="pres">
      <dgm:prSet presAssocID="{88C9071B-BA63-4ED0-B1F0-FFC189F0BBB5}" presName="root" presStyleCnt="0"/>
      <dgm:spPr/>
    </dgm:pt>
    <dgm:pt modelId="{DD88690A-0693-4A73-9D4A-BFED92BC9001}" type="pres">
      <dgm:prSet presAssocID="{88C9071B-BA63-4ED0-B1F0-FFC189F0BBB5}" presName="rootComposite" presStyleCnt="0"/>
      <dgm:spPr/>
    </dgm:pt>
    <dgm:pt modelId="{52002EF9-5239-4032-86DF-20DA03202697}" type="pres">
      <dgm:prSet presAssocID="{88C9071B-BA63-4ED0-B1F0-FFC189F0BBB5}" presName="rootText" presStyleLbl="node1" presStyleIdx="2" presStyleCnt="3"/>
      <dgm:spPr/>
    </dgm:pt>
    <dgm:pt modelId="{6C50CA5A-2AD1-4414-8FB3-AD9C0320B87D}" type="pres">
      <dgm:prSet presAssocID="{88C9071B-BA63-4ED0-B1F0-FFC189F0BBB5}" presName="rootConnector" presStyleLbl="node1" presStyleIdx="2" presStyleCnt="3"/>
      <dgm:spPr/>
    </dgm:pt>
    <dgm:pt modelId="{DCF95F21-3F6E-4B30-91BB-F93472FD71D9}" type="pres">
      <dgm:prSet presAssocID="{88C9071B-BA63-4ED0-B1F0-FFC189F0BBB5}" presName="childShape" presStyleCnt="0"/>
      <dgm:spPr/>
    </dgm:pt>
  </dgm:ptLst>
  <dgm:cxnLst>
    <dgm:cxn modelId="{BF961C18-5A89-4816-BF95-C3BC69EE3D25}" srcId="{F75EF56E-803C-400A-BBE2-6A3D1A1FD523}" destId="{88C9071B-BA63-4ED0-B1F0-FFC189F0BBB5}" srcOrd="2" destOrd="0" parTransId="{0EDB9667-696A-42EE-B365-4652C71E4690}" sibTransId="{D4FCBA7D-F4A1-4839-85E2-F796E94F2B78}"/>
    <dgm:cxn modelId="{5AE49F4D-B212-4ADD-BC7A-4EF7CAF5605A}" srcId="{F75EF56E-803C-400A-BBE2-6A3D1A1FD523}" destId="{479AFEFE-3FC4-47B6-BFC8-5789375F8130}" srcOrd="1" destOrd="0" parTransId="{27E3092B-9E97-4B98-BF08-7C0FD685E182}" sibTransId="{D853D987-6B95-46BE-B8CE-E4A429CB66DF}"/>
    <dgm:cxn modelId="{341E8C7B-0639-40BD-8EE8-87C531097E09}" type="presOf" srcId="{C5D234D6-0413-4953-8AAA-8CA16B42725F}" destId="{2CB203D4-70D7-4CC2-9DBA-FF0D76E9B0B4}" srcOrd="0" destOrd="0" presId="urn:microsoft.com/office/officeart/2005/8/layout/hierarchy3"/>
    <dgm:cxn modelId="{54584B87-1D2D-4920-8D9B-AAC79E184821}" srcId="{F75EF56E-803C-400A-BBE2-6A3D1A1FD523}" destId="{C5D234D6-0413-4953-8AAA-8CA16B42725F}" srcOrd="0" destOrd="0" parTransId="{CD2D0696-0A2A-4462-AC1D-0BFB388D67A9}" sibTransId="{279C8BE9-55F5-4C47-983D-2BE9D23B560D}"/>
    <dgm:cxn modelId="{FE1A1EC0-1EE5-4780-A954-5CD05F670E82}" type="presOf" srcId="{C5D234D6-0413-4953-8AAA-8CA16B42725F}" destId="{16CC626B-19E7-4FD0-BC54-949D92D81523}" srcOrd="1" destOrd="0" presId="urn:microsoft.com/office/officeart/2005/8/layout/hierarchy3"/>
    <dgm:cxn modelId="{B232DCC2-3177-437B-AEE6-04BE14715BFC}" type="presOf" srcId="{88C9071B-BA63-4ED0-B1F0-FFC189F0BBB5}" destId="{52002EF9-5239-4032-86DF-20DA03202697}" srcOrd="0" destOrd="0" presId="urn:microsoft.com/office/officeart/2005/8/layout/hierarchy3"/>
    <dgm:cxn modelId="{C747EDCE-0F08-48AB-8D8C-9F3A34A59D6B}" type="presOf" srcId="{479AFEFE-3FC4-47B6-BFC8-5789375F8130}" destId="{D4EA7F13-61EF-4EB4-8E6A-840D27B1DE16}" srcOrd="0" destOrd="0" presId="urn:microsoft.com/office/officeart/2005/8/layout/hierarchy3"/>
    <dgm:cxn modelId="{55DBEDD1-DFBD-4765-B4AA-EDB533BEC4BC}" type="presOf" srcId="{479AFEFE-3FC4-47B6-BFC8-5789375F8130}" destId="{46D46267-6418-40F5-B703-DB2F1A995850}" srcOrd="1" destOrd="0" presId="urn:microsoft.com/office/officeart/2005/8/layout/hierarchy3"/>
    <dgm:cxn modelId="{3B7CD2E1-7F14-4D03-820B-C45BE52A58E9}" type="presOf" srcId="{F75EF56E-803C-400A-BBE2-6A3D1A1FD523}" destId="{03E99C35-F2B0-4711-AB25-FB81E875CF6D}" srcOrd="0" destOrd="0" presId="urn:microsoft.com/office/officeart/2005/8/layout/hierarchy3"/>
    <dgm:cxn modelId="{DABAE2FC-F521-4530-BF0D-64BDE6C77C6C}" type="presOf" srcId="{88C9071B-BA63-4ED0-B1F0-FFC189F0BBB5}" destId="{6C50CA5A-2AD1-4414-8FB3-AD9C0320B87D}" srcOrd="1" destOrd="0" presId="urn:microsoft.com/office/officeart/2005/8/layout/hierarchy3"/>
    <dgm:cxn modelId="{A0C73B6F-8185-4272-BE15-6738776F5254}" type="presParOf" srcId="{03E99C35-F2B0-4711-AB25-FB81E875CF6D}" destId="{AFC5BE01-EFB5-4E0B-8792-2B497922818B}" srcOrd="0" destOrd="0" presId="urn:microsoft.com/office/officeart/2005/8/layout/hierarchy3"/>
    <dgm:cxn modelId="{C920543F-DE8A-4E16-91DC-17A36CB299B6}" type="presParOf" srcId="{AFC5BE01-EFB5-4E0B-8792-2B497922818B}" destId="{97A03807-25C5-4AC0-88AC-5D9229365B67}" srcOrd="0" destOrd="0" presId="urn:microsoft.com/office/officeart/2005/8/layout/hierarchy3"/>
    <dgm:cxn modelId="{931BB3A4-36FA-4B89-AFEE-735F00E802BB}" type="presParOf" srcId="{97A03807-25C5-4AC0-88AC-5D9229365B67}" destId="{2CB203D4-70D7-4CC2-9DBA-FF0D76E9B0B4}" srcOrd="0" destOrd="0" presId="urn:microsoft.com/office/officeart/2005/8/layout/hierarchy3"/>
    <dgm:cxn modelId="{12845968-E83A-44C1-BFDB-B962DF9896B2}" type="presParOf" srcId="{97A03807-25C5-4AC0-88AC-5D9229365B67}" destId="{16CC626B-19E7-4FD0-BC54-949D92D81523}" srcOrd="1" destOrd="0" presId="urn:microsoft.com/office/officeart/2005/8/layout/hierarchy3"/>
    <dgm:cxn modelId="{4FEE4935-9A5A-4D6C-9E31-28747AC128C0}" type="presParOf" srcId="{AFC5BE01-EFB5-4E0B-8792-2B497922818B}" destId="{4309FD99-EEF8-4014-A7BA-13AD7EAE864E}" srcOrd="1" destOrd="0" presId="urn:microsoft.com/office/officeart/2005/8/layout/hierarchy3"/>
    <dgm:cxn modelId="{5FD818D9-69B3-416B-8E01-9EC5C20B0261}" type="presParOf" srcId="{03E99C35-F2B0-4711-AB25-FB81E875CF6D}" destId="{C6305BE4-AE41-49D2-A177-AAF01A7EA268}" srcOrd="1" destOrd="0" presId="urn:microsoft.com/office/officeart/2005/8/layout/hierarchy3"/>
    <dgm:cxn modelId="{21CD599A-CEE9-4493-ACCA-601E53249388}" type="presParOf" srcId="{C6305BE4-AE41-49D2-A177-AAF01A7EA268}" destId="{B10684A5-9B93-48E7-BE67-1F25F8AF63DC}" srcOrd="0" destOrd="0" presId="urn:microsoft.com/office/officeart/2005/8/layout/hierarchy3"/>
    <dgm:cxn modelId="{7BC9F659-4702-4557-9B14-B4CFF461D44A}" type="presParOf" srcId="{B10684A5-9B93-48E7-BE67-1F25F8AF63DC}" destId="{D4EA7F13-61EF-4EB4-8E6A-840D27B1DE16}" srcOrd="0" destOrd="0" presId="urn:microsoft.com/office/officeart/2005/8/layout/hierarchy3"/>
    <dgm:cxn modelId="{9BA93C89-3F28-4494-96D2-6C85E5F85C5E}" type="presParOf" srcId="{B10684A5-9B93-48E7-BE67-1F25F8AF63DC}" destId="{46D46267-6418-40F5-B703-DB2F1A995850}" srcOrd="1" destOrd="0" presId="urn:microsoft.com/office/officeart/2005/8/layout/hierarchy3"/>
    <dgm:cxn modelId="{E88F89DD-575B-4593-AAD6-566A66BF1FFB}" type="presParOf" srcId="{C6305BE4-AE41-49D2-A177-AAF01A7EA268}" destId="{372E1D1B-0A6A-4C6E-9201-9244805AA280}" srcOrd="1" destOrd="0" presId="urn:microsoft.com/office/officeart/2005/8/layout/hierarchy3"/>
    <dgm:cxn modelId="{58A1D99F-6CDD-4AE0-B559-95B91D9D6724}" type="presParOf" srcId="{03E99C35-F2B0-4711-AB25-FB81E875CF6D}" destId="{D0CDE892-4A53-4072-BFAE-6D708F0D77B7}" srcOrd="2" destOrd="0" presId="urn:microsoft.com/office/officeart/2005/8/layout/hierarchy3"/>
    <dgm:cxn modelId="{5425BDAF-6311-4203-A119-05429B5DFFA1}" type="presParOf" srcId="{D0CDE892-4A53-4072-BFAE-6D708F0D77B7}" destId="{DD88690A-0693-4A73-9D4A-BFED92BC9001}" srcOrd="0" destOrd="0" presId="urn:microsoft.com/office/officeart/2005/8/layout/hierarchy3"/>
    <dgm:cxn modelId="{2EBAFD78-D407-48FA-93B1-EDE7B91CDCF2}" type="presParOf" srcId="{DD88690A-0693-4A73-9D4A-BFED92BC9001}" destId="{52002EF9-5239-4032-86DF-20DA03202697}" srcOrd="0" destOrd="0" presId="urn:microsoft.com/office/officeart/2005/8/layout/hierarchy3"/>
    <dgm:cxn modelId="{A458789E-6F62-42E6-A53D-BEB6AEA49A2D}" type="presParOf" srcId="{DD88690A-0693-4A73-9D4A-BFED92BC9001}" destId="{6C50CA5A-2AD1-4414-8FB3-AD9C0320B87D}" srcOrd="1" destOrd="0" presId="urn:microsoft.com/office/officeart/2005/8/layout/hierarchy3"/>
    <dgm:cxn modelId="{741CC257-3CCA-4B0A-9A03-B1286CA23F89}" type="presParOf" srcId="{D0CDE892-4A53-4072-BFAE-6D708F0D77B7}" destId="{DCF95F21-3F6E-4B30-91BB-F93472FD71D9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14A584-03D6-4E81-8C8B-678ADBCE34EA}" type="doc">
      <dgm:prSet loTypeId="urn:microsoft.com/office/officeart/2005/8/layout/orgChart1" loCatId="hierarchy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0603104B-9EB3-40BF-B19A-9481D2062DDE}">
      <dgm:prSet/>
      <dgm:spPr/>
      <dgm:t>
        <a:bodyPr/>
        <a:lstStyle/>
        <a:p>
          <a:r>
            <a:rPr lang="ja-JP"/>
            <a:t>サーバー側</a:t>
          </a:r>
          <a:r>
            <a:rPr lang="en-US"/>
            <a:t>:</a:t>
          </a:r>
          <a:r>
            <a:rPr lang="ja-JP"/>
            <a:t>クライアントの接続を受け付け、メッセージのやり取りを可能に</a:t>
          </a:r>
          <a:endParaRPr lang="en-US"/>
        </a:p>
      </dgm:t>
    </dgm:pt>
    <dgm:pt modelId="{E932AFFF-33CB-47F4-96E8-1BF8716EBBBB}" type="parTrans" cxnId="{9B9975E4-AE90-4F2A-8AA3-AC303DCB7472}">
      <dgm:prSet/>
      <dgm:spPr/>
      <dgm:t>
        <a:bodyPr/>
        <a:lstStyle/>
        <a:p>
          <a:endParaRPr lang="en-US"/>
        </a:p>
      </dgm:t>
    </dgm:pt>
    <dgm:pt modelId="{356489FE-84AC-4AF0-8BAE-3A0E6630A226}" type="sibTrans" cxnId="{9B9975E4-AE90-4F2A-8AA3-AC303DCB7472}">
      <dgm:prSet/>
      <dgm:spPr/>
      <dgm:t>
        <a:bodyPr/>
        <a:lstStyle/>
        <a:p>
          <a:endParaRPr lang="en-US"/>
        </a:p>
      </dgm:t>
    </dgm:pt>
    <dgm:pt modelId="{4285600C-63AC-4328-B2F1-5747A7B548C0}">
      <dgm:prSet/>
      <dgm:spPr/>
      <dgm:t>
        <a:bodyPr/>
        <a:lstStyle/>
        <a:p>
          <a:r>
            <a:rPr lang="ja-JP"/>
            <a:t>クライアント側</a:t>
          </a:r>
          <a:r>
            <a:rPr lang="en-US"/>
            <a:t>:</a:t>
          </a:r>
          <a:r>
            <a:rPr lang="ja-JP"/>
            <a:t>　サーバーに接続してメッセージを送受信</a:t>
          </a:r>
          <a:endParaRPr lang="en-US"/>
        </a:p>
      </dgm:t>
    </dgm:pt>
    <dgm:pt modelId="{372335D5-B7FE-4295-AD95-4246B5D398A7}" type="parTrans" cxnId="{43D8C985-AC71-47C4-928C-2888F4F9CFA3}">
      <dgm:prSet/>
      <dgm:spPr/>
      <dgm:t>
        <a:bodyPr/>
        <a:lstStyle/>
        <a:p>
          <a:endParaRPr lang="en-US"/>
        </a:p>
      </dgm:t>
    </dgm:pt>
    <dgm:pt modelId="{FDDC0609-61F0-4770-89CE-83220F53543A}" type="sibTrans" cxnId="{43D8C985-AC71-47C4-928C-2888F4F9CFA3}">
      <dgm:prSet/>
      <dgm:spPr/>
      <dgm:t>
        <a:bodyPr/>
        <a:lstStyle/>
        <a:p>
          <a:endParaRPr lang="en-US"/>
        </a:p>
      </dgm:t>
    </dgm:pt>
    <dgm:pt modelId="{0FFC51B6-7F86-4121-A6B1-7CBD0BF9F309}">
      <dgm:prSet/>
      <dgm:spPr/>
      <dgm:t>
        <a:bodyPr/>
        <a:lstStyle/>
        <a:p>
          <a:r>
            <a:rPr kumimoji="1" lang="ja-JP"/>
            <a:t>通信方式</a:t>
          </a:r>
          <a:r>
            <a:rPr kumimoji="1" lang="en-US"/>
            <a:t>:TCP  /  IPv4</a:t>
          </a:r>
          <a:endParaRPr lang="en-US"/>
        </a:p>
      </dgm:t>
    </dgm:pt>
    <dgm:pt modelId="{6AE24888-80F9-4971-8D18-533553D26053}" type="parTrans" cxnId="{D0B77816-7885-4398-BB81-FDDD6C4CD52A}">
      <dgm:prSet/>
      <dgm:spPr/>
      <dgm:t>
        <a:bodyPr/>
        <a:lstStyle/>
        <a:p>
          <a:endParaRPr lang="en-US"/>
        </a:p>
      </dgm:t>
    </dgm:pt>
    <dgm:pt modelId="{D88A2932-7C71-4C42-9E8A-9EF089D58AF2}" type="sibTrans" cxnId="{D0B77816-7885-4398-BB81-FDDD6C4CD52A}">
      <dgm:prSet/>
      <dgm:spPr/>
      <dgm:t>
        <a:bodyPr/>
        <a:lstStyle/>
        <a:p>
          <a:endParaRPr lang="en-US"/>
        </a:p>
      </dgm:t>
    </dgm:pt>
    <dgm:pt modelId="{26EBCFA3-97F5-4733-90CE-95A51DB35CFC}" type="pres">
      <dgm:prSet presAssocID="{FA14A584-03D6-4E81-8C8B-678ADBCE34E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1926C20-4C3E-415E-8226-4997858852C4}" type="pres">
      <dgm:prSet presAssocID="{0603104B-9EB3-40BF-B19A-9481D2062DDE}" presName="hierRoot1" presStyleCnt="0">
        <dgm:presLayoutVars>
          <dgm:hierBranch val="init"/>
        </dgm:presLayoutVars>
      </dgm:prSet>
      <dgm:spPr/>
    </dgm:pt>
    <dgm:pt modelId="{B0443FD6-329E-43B1-B42B-E2B5F76D8DC2}" type="pres">
      <dgm:prSet presAssocID="{0603104B-9EB3-40BF-B19A-9481D2062DDE}" presName="rootComposite1" presStyleCnt="0"/>
      <dgm:spPr/>
    </dgm:pt>
    <dgm:pt modelId="{4F72ECD7-288C-4E2C-B9F8-8A873AF8661B}" type="pres">
      <dgm:prSet presAssocID="{0603104B-9EB3-40BF-B19A-9481D2062DDE}" presName="rootText1" presStyleLbl="node0" presStyleIdx="0" presStyleCnt="3">
        <dgm:presLayoutVars>
          <dgm:chPref val="3"/>
        </dgm:presLayoutVars>
      </dgm:prSet>
      <dgm:spPr/>
    </dgm:pt>
    <dgm:pt modelId="{E7554E0C-661E-4A72-ACCF-57DF2DF11294}" type="pres">
      <dgm:prSet presAssocID="{0603104B-9EB3-40BF-B19A-9481D2062DDE}" presName="rootConnector1" presStyleLbl="node1" presStyleIdx="0" presStyleCnt="0"/>
      <dgm:spPr/>
    </dgm:pt>
    <dgm:pt modelId="{4B82D29C-552C-46EE-ADF8-7D56139A09BB}" type="pres">
      <dgm:prSet presAssocID="{0603104B-9EB3-40BF-B19A-9481D2062DDE}" presName="hierChild2" presStyleCnt="0"/>
      <dgm:spPr/>
    </dgm:pt>
    <dgm:pt modelId="{6AD91CF1-ADD7-44EF-B3A1-9029E7C46BB1}" type="pres">
      <dgm:prSet presAssocID="{0603104B-9EB3-40BF-B19A-9481D2062DDE}" presName="hierChild3" presStyleCnt="0"/>
      <dgm:spPr/>
    </dgm:pt>
    <dgm:pt modelId="{2EC02358-5D41-426C-AB87-6D0F3EF9E72C}" type="pres">
      <dgm:prSet presAssocID="{4285600C-63AC-4328-B2F1-5747A7B548C0}" presName="hierRoot1" presStyleCnt="0">
        <dgm:presLayoutVars>
          <dgm:hierBranch val="init"/>
        </dgm:presLayoutVars>
      </dgm:prSet>
      <dgm:spPr/>
    </dgm:pt>
    <dgm:pt modelId="{9734CC5D-0CA4-46DE-AF05-70EB1CB4A293}" type="pres">
      <dgm:prSet presAssocID="{4285600C-63AC-4328-B2F1-5747A7B548C0}" presName="rootComposite1" presStyleCnt="0"/>
      <dgm:spPr/>
    </dgm:pt>
    <dgm:pt modelId="{AB493BD4-5A51-4F5C-B0D2-DCECD70CF73E}" type="pres">
      <dgm:prSet presAssocID="{4285600C-63AC-4328-B2F1-5747A7B548C0}" presName="rootText1" presStyleLbl="node0" presStyleIdx="1" presStyleCnt="3">
        <dgm:presLayoutVars>
          <dgm:chPref val="3"/>
        </dgm:presLayoutVars>
      </dgm:prSet>
      <dgm:spPr/>
    </dgm:pt>
    <dgm:pt modelId="{963A9BD6-AF5D-4779-AEA3-59F774C04EF2}" type="pres">
      <dgm:prSet presAssocID="{4285600C-63AC-4328-B2F1-5747A7B548C0}" presName="rootConnector1" presStyleLbl="node1" presStyleIdx="0" presStyleCnt="0"/>
      <dgm:spPr/>
    </dgm:pt>
    <dgm:pt modelId="{1D98E9A2-46D6-42D8-944B-193059317FC7}" type="pres">
      <dgm:prSet presAssocID="{4285600C-63AC-4328-B2F1-5747A7B548C0}" presName="hierChild2" presStyleCnt="0"/>
      <dgm:spPr/>
    </dgm:pt>
    <dgm:pt modelId="{71976D5A-C1DA-43CF-B9E2-AAB545E026B1}" type="pres">
      <dgm:prSet presAssocID="{4285600C-63AC-4328-B2F1-5747A7B548C0}" presName="hierChild3" presStyleCnt="0"/>
      <dgm:spPr/>
    </dgm:pt>
    <dgm:pt modelId="{71977F01-A402-4CF3-9151-9365B6C33F88}" type="pres">
      <dgm:prSet presAssocID="{0FFC51B6-7F86-4121-A6B1-7CBD0BF9F309}" presName="hierRoot1" presStyleCnt="0">
        <dgm:presLayoutVars>
          <dgm:hierBranch val="init"/>
        </dgm:presLayoutVars>
      </dgm:prSet>
      <dgm:spPr/>
    </dgm:pt>
    <dgm:pt modelId="{7AA21C5D-17F4-442A-A1FB-1BC6A9ECC99D}" type="pres">
      <dgm:prSet presAssocID="{0FFC51B6-7F86-4121-A6B1-7CBD0BF9F309}" presName="rootComposite1" presStyleCnt="0"/>
      <dgm:spPr/>
    </dgm:pt>
    <dgm:pt modelId="{980ECABD-62DB-4C58-AFAF-2A008F4FC735}" type="pres">
      <dgm:prSet presAssocID="{0FFC51B6-7F86-4121-A6B1-7CBD0BF9F309}" presName="rootText1" presStyleLbl="node0" presStyleIdx="2" presStyleCnt="3">
        <dgm:presLayoutVars>
          <dgm:chPref val="3"/>
        </dgm:presLayoutVars>
      </dgm:prSet>
      <dgm:spPr/>
    </dgm:pt>
    <dgm:pt modelId="{5A278B53-BD91-4FAD-B8AE-BA1B2E3057EA}" type="pres">
      <dgm:prSet presAssocID="{0FFC51B6-7F86-4121-A6B1-7CBD0BF9F309}" presName="rootConnector1" presStyleLbl="node1" presStyleIdx="0" presStyleCnt="0"/>
      <dgm:spPr/>
    </dgm:pt>
    <dgm:pt modelId="{4B8029A1-D8B5-4C27-A0BC-AD5D7EC85CA4}" type="pres">
      <dgm:prSet presAssocID="{0FFC51B6-7F86-4121-A6B1-7CBD0BF9F309}" presName="hierChild2" presStyleCnt="0"/>
      <dgm:spPr/>
    </dgm:pt>
    <dgm:pt modelId="{A47277CF-0D7B-4646-9FA8-B57B72FE9AFB}" type="pres">
      <dgm:prSet presAssocID="{0FFC51B6-7F86-4121-A6B1-7CBD0BF9F309}" presName="hierChild3" presStyleCnt="0"/>
      <dgm:spPr/>
    </dgm:pt>
  </dgm:ptLst>
  <dgm:cxnLst>
    <dgm:cxn modelId="{D0B77816-7885-4398-BB81-FDDD6C4CD52A}" srcId="{FA14A584-03D6-4E81-8C8B-678ADBCE34EA}" destId="{0FFC51B6-7F86-4121-A6B1-7CBD0BF9F309}" srcOrd="2" destOrd="0" parTransId="{6AE24888-80F9-4971-8D18-533553D26053}" sibTransId="{D88A2932-7C71-4C42-9E8A-9EF089D58AF2}"/>
    <dgm:cxn modelId="{62497032-DF99-4D12-B913-5634F0103203}" type="presOf" srcId="{0FFC51B6-7F86-4121-A6B1-7CBD0BF9F309}" destId="{980ECABD-62DB-4C58-AFAF-2A008F4FC735}" srcOrd="0" destOrd="0" presId="urn:microsoft.com/office/officeart/2005/8/layout/orgChart1"/>
    <dgm:cxn modelId="{B7D0A368-EC2E-4FFA-8DD1-77A346BD0820}" type="presOf" srcId="{0FFC51B6-7F86-4121-A6B1-7CBD0BF9F309}" destId="{5A278B53-BD91-4FAD-B8AE-BA1B2E3057EA}" srcOrd="1" destOrd="0" presId="urn:microsoft.com/office/officeart/2005/8/layout/orgChart1"/>
    <dgm:cxn modelId="{FC633253-4E4E-479E-95FD-767BC9FD60C1}" type="presOf" srcId="{0603104B-9EB3-40BF-B19A-9481D2062DDE}" destId="{4F72ECD7-288C-4E2C-B9F8-8A873AF8661B}" srcOrd="0" destOrd="0" presId="urn:microsoft.com/office/officeart/2005/8/layout/orgChart1"/>
    <dgm:cxn modelId="{43D8C985-AC71-47C4-928C-2888F4F9CFA3}" srcId="{FA14A584-03D6-4E81-8C8B-678ADBCE34EA}" destId="{4285600C-63AC-4328-B2F1-5747A7B548C0}" srcOrd="1" destOrd="0" parTransId="{372335D5-B7FE-4295-AD95-4246B5D398A7}" sibTransId="{FDDC0609-61F0-4770-89CE-83220F53543A}"/>
    <dgm:cxn modelId="{814F4F96-8B27-43D6-9B10-56E31F3D6BE4}" type="presOf" srcId="{0603104B-9EB3-40BF-B19A-9481D2062DDE}" destId="{E7554E0C-661E-4A72-ACCF-57DF2DF11294}" srcOrd="1" destOrd="0" presId="urn:microsoft.com/office/officeart/2005/8/layout/orgChart1"/>
    <dgm:cxn modelId="{923B539E-153F-49BB-9A03-F4E8CA4E9D01}" type="presOf" srcId="{4285600C-63AC-4328-B2F1-5747A7B548C0}" destId="{AB493BD4-5A51-4F5C-B0D2-DCECD70CF73E}" srcOrd="0" destOrd="0" presId="urn:microsoft.com/office/officeart/2005/8/layout/orgChart1"/>
    <dgm:cxn modelId="{17DA6BD1-949E-40A5-A177-A91B318E6443}" type="presOf" srcId="{FA14A584-03D6-4E81-8C8B-678ADBCE34EA}" destId="{26EBCFA3-97F5-4733-90CE-95A51DB35CFC}" srcOrd="0" destOrd="0" presId="urn:microsoft.com/office/officeart/2005/8/layout/orgChart1"/>
    <dgm:cxn modelId="{9B9975E4-AE90-4F2A-8AA3-AC303DCB7472}" srcId="{FA14A584-03D6-4E81-8C8B-678ADBCE34EA}" destId="{0603104B-9EB3-40BF-B19A-9481D2062DDE}" srcOrd="0" destOrd="0" parTransId="{E932AFFF-33CB-47F4-96E8-1BF8716EBBBB}" sibTransId="{356489FE-84AC-4AF0-8BAE-3A0E6630A226}"/>
    <dgm:cxn modelId="{FF795DF9-DB5B-4D80-9D12-BDD4F9E59A10}" type="presOf" srcId="{4285600C-63AC-4328-B2F1-5747A7B548C0}" destId="{963A9BD6-AF5D-4779-AEA3-59F774C04EF2}" srcOrd="1" destOrd="0" presId="urn:microsoft.com/office/officeart/2005/8/layout/orgChart1"/>
    <dgm:cxn modelId="{B01EE4B2-8BB5-414C-9F9E-51E79D21D87C}" type="presParOf" srcId="{26EBCFA3-97F5-4733-90CE-95A51DB35CFC}" destId="{71926C20-4C3E-415E-8226-4997858852C4}" srcOrd="0" destOrd="0" presId="urn:microsoft.com/office/officeart/2005/8/layout/orgChart1"/>
    <dgm:cxn modelId="{088E88E0-921B-419F-81C8-F8D1DFD220F3}" type="presParOf" srcId="{71926C20-4C3E-415E-8226-4997858852C4}" destId="{B0443FD6-329E-43B1-B42B-E2B5F76D8DC2}" srcOrd="0" destOrd="0" presId="urn:microsoft.com/office/officeart/2005/8/layout/orgChart1"/>
    <dgm:cxn modelId="{3986BAAD-CA3A-4474-BDEC-8AC049ADC7D4}" type="presParOf" srcId="{B0443FD6-329E-43B1-B42B-E2B5F76D8DC2}" destId="{4F72ECD7-288C-4E2C-B9F8-8A873AF8661B}" srcOrd="0" destOrd="0" presId="urn:microsoft.com/office/officeart/2005/8/layout/orgChart1"/>
    <dgm:cxn modelId="{BA8B1106-CC83-456F-A16F-91F2590BFA68}" type="presParOf" srcId="{B0443FD6-329E-43B1-B42B-E2B5F76D8DC2}" destId="{E7554E0C-661E-4A72-ACCF-57DF2DF11294}" srcOrd="1" destOrd="0" presId="urn:microsoft.com/office/officeart/2005/8/layout/orgChart1"/>
    <dgm:cxn modelId="{7D19C54C-F87A-43FF-9E3F-39D21C4ADC2E}" type="presParOf" srcId="{71926C20-4C3E-415E-8226-4997858852C4}" destId="{4B82D29C-552C-46EE-ADF8-7D56139A09BB}" srcOrd="1" destOrd="0" presId="urn:microsoft.com/office/officeart/2005/8/layout/orgChart1"/>
    <dgm:cxn modelId="{F9A83240-59D5-479A-8A06-CBCCF937361D}" type="presParOf" srcId="{71926C20-4C3E-415E-8226-4997858852C4}" destId="{6AD91CF1-ADD7-44EF-B3A1-9029E7C46BB1}" srcOrd="2" destOrd="0" presId="urn:microsoft.com/office/officeart/2005/8/layout/orgChart1"/>
    <dgm:cxn modelId="{18BAC22A-3A44-4BC8-AE35-CF918EEB3DA4}" type="presParOf" srcId="{26EBCFA3-97F5-4733-90CE-95A51DB35CFC}" destId="{2EC02358-5D41-426C-AB87-6D0F3EF9E72C}" srcOrd="1" destOrd="0" presId="urn:microsoft.com/office/officeart/2005/8/layout/orgChart1"/>
    <dgm:cxn modelId="{B94FB4F5-BCCD-443C-A303-FD5EAA33078D}" type="presParOf" srcId="{2EC02358-5D41-426C-AB87-6D0F3EF9E72C}" destId="{9734CC5D-0CA4-46DE-AF05-70EB1CB4A293}" srcOrd="0" destOrd="0" presId="urn:microsoft.com/office/officeart/2005/8/layout/orgChart1"/>
    <dgm:cxn modelId="{0B38A519-F72D-4ECC-9F9A-A78A2608175C}" type="presParOf" srcId="{9734CC5D-0CA4-46DE-AF05-70EB1CB4A293}" destId="{AB493BD4-5A51-4F5C-B0D2-DCECD70CF73E}" srcOrd="0" destOrd="0" presId="urn:microsoft.com/office/officeart/2005/8/layout/orgChart1"/>
    <dgm:cxn modelId="{993C4164-1DBA-4178-B367-C7E3170B1EA5}" type="presParOf" srcId="{9734CC5D-0CA4-46DE-AF05-70EB1CB4A293}" destId="{963A9BD6-AF5D-4779-AEA3-59F774C04EF2}" srcOrd="1" destOrd="0" presId="urn:microsoft.com/office/officeart/2005/8/layout/orgChart1"/>
    <dgm:cxn modelId="{A3904D95-4B30-4468-8C64-EDA993454423}" type="presParOf" srcId="{2EC02358-5D41-426C-AB87-6D0F3EF9E72C}" destId="{1D98E9A2-46D6-42D8-944B-193059317FC7}" srcOrd="1" destOrd="0" presId="urn:microsoft.com/office/officeart/2005/8/layout/orgChart1"/>
    <dgm:cxn modelId="{4ECF7056-B8FB-4AAD-A99B-40F035695969}" type="presParOf" srcId="{2EC02358-5D41-426C-AB87-6D0F3EF9E72C}" destId="{71976D5A-C1DA-43CF-B9E2-AAB545E026B1}" srcOrd="2" destOrd="0" presId="urn:microsoft.com/office/officeart/2005/8/layout/orgChart1"/>
    <dgm:cxn modelId="{A5707B7F-2EA1-407B-9621-88B315B125A4}" type="presParOf" srcId="{26EBCFA3-97F5-4733-90CE-95A51DB35CFC}" destId="{71977F01-A402-4CF3-9151-9365B6C33F88}" srcOrd="2" destOrd="0" presId="urn:microsoft.com/office/officeart/2005/8/layout/orgChart1"/>
    <dgm:cxn modelId="{29F4612B-49CF-48B4-BE7F-C7B18BEB010F}" type="presParOf" srcId="{71977F01-A402-4CF3-9151-9365B6C33F88}" destId="{7AA21C5D-17F4-442A-A1FB-1BC6A9ECC99D}" srcOrd="0" destOrd="0" presId="urn:microsoft.com/office/officeart/2005/8/layout/orgChart1"/>
    <dgm:cxn modelId="{0D234B59-91CF-4E82-B7A9-8083EE8B656C}" type="presParOf" srcId="{7AA21C5D-17F4-442A-A1FB-1BC6A9ECC99D}" destId="{980ECABD-62DB-4C58-AFAF-2A008F4FC735}" srcOrd="0" destOrd="0" presId="urn:microsoft.com/office/officeart/2005/8/layout/orgChart1"/>
    <dgm:cxn modelId="{3D268656-A75F-41F1-A35D-BCBEC8E48494}" type="presParOf" srcId="{7AA21C5D-17F4-442A-A1FB-1BC6A9ECC99D}" destId="{5A278B53-BD91-4FAD-B8AE-BA1B2E3057EA}" srcOrd="1" destOrd="0" presId="urn:microsoft.com/office/officeart/2005/8/layout/orgChart1"/>
    <dgm:cxn modelId="{1E4CA497-E720-476E-9641-B2A789484B36}" type="presParOf" srcId="{71977F01-A402-4CF3-9151-9365B6C33F88}" destId="{4B8029A1-D8B5-4C27-A0BC-AD5D7EC85CA4}" srcOrd="1" destOrd="0" presId="urn:microsoft.com/office/officeart/2005/8/layout/orgChart1"/>
    <dgm:cxn modelId="{2329609C-1A6B-4B3A-9E3D-F2C3189E2F3E}" type="presParOf" srcId="{71977F01-A402-4CF3-9151-9365B6C33F88}" destId="{A47277CF-0D7B-4646-9FA8-B57B72FE9AFB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C34157-30F6-4300-B716-D58D462F6DC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5C6F817-9454-4323-8B2B-B072C9C579B1}">
      <dgm:prSet/>
      <dgm:spPr/>
      <dgm:t>
        <a:bodyPr/>
        <a:lstStyle/>
        <a:p>
          <a:r>
            <a:rPr kumimoji="1" lang="en-US"/>
            <a:t>1.</a:t>
          </a:r>
          <a:r>
            <a:rPr kumimoji="1" lang="ja-JP"/>
            <a:t>変数の定義、ソケット作成</a:t>
          </a:r>
          <a:endParaRPr lang="en-US"/>
        </a:p>
      </dgm:t>
    </dgm:pt>
    <dgm:pt modelId="{2B872796-C0C6-4903-8C56-B87E6B9EBA1E}" type="parTrans" cxnId="{239140F7-4215-4779-8EE2-FD148F2281DD}">
      <dgm:prSet/>
      <dgm:spPr/>
      <dgm:t>
        <a:bodyPr/>
        <a:lstStyle/>
        <a:p>
          <a:endParaRPr lang="en-US"/>
        </a:p>
      </dgm:t>
    </dgm:pt>
    <dgm:pt modelId="{5BA49AC2-61DB-48AE-BDCC-E87C6FF1BF4C}" type="sibTrans" cxnId="{239140F7-4215-4779-8EE2-FD148F2281DD}">
      <dgm:prSet/>
      <dgm:spPr/>
      <dgm:t>
        <a:bodyPr/>
        <a:lstStyle/>
        <a:p>
          <a:endParaRPr lang="en-US"/>
        </a:p>
      </dgm:t>
    </dgm:pt>
    <dgm:pt modelId="{93DA1C5B-2D19-4E24-8F80-E474551140EB}">
      <dgm:prSet/>
      <dgm:spPr/>
      <dgm:t>
        <a:bodyPr/>
        <a:lstStyle/>
        <a:p>
          <a:r>
            <a:rPr kumimoji="1" lang="en-US"/>
            <a:t>2.</a:t>
          </a:r>
          <a:r>
            <a:rPr kumimoji="1" lang="ja-JP"/>
            <a:t>アドレス構造体の設定</a:t>
          </a:r>
          <a:endParaRPr lang="en-US"/>
        </a:p>
      </dgm:t>
    </dgm:pt>
    <dgm:pt modelId="{6C8DFA2F-AC39-4531-A2FE-0DF8442D66F3}" type="parTrans" cxnId="{1D66F3CA-F667-4763-9763-0C0A2DB90666}">
      <dgm:prSet/>
      <dgm:spPr/>
      <dgm:t>
        <a:bodyPr/>
        <a:lstStyle/>
        <a:p>
          <a:endParaRPr lang="en-US"/>
        </a:p>
      </dgm:t>
    </dgm:pt>
    <dgm:pt modelId="{4474FF9E-6575-4E18-93C4-708F09152725}" type="sibTrans" cxnId="{1D66F3CA-F667-4763-9763-0C0A2DB90666}">
      <dgm:prSet/>
      <dgm:spPr/>
      <dgm:t>
        <a:bodyPr/>
        <a:lstStyle/>
        <a:p>
          <a:endParaRPr lang="en-US"/>
        </a:p>
      </dgm:t>
    </dgm:pt>
    <dgm:pt modelId="{DFC7E1E3-D08B-4F04-97E5-ACCC4E532096}">
      <dgm:prSet/>
      <dgm:spPr/>
      <dgm:t>
        <a:bodyPr/>
        <a:lstStyle/>
        <a:p>
          <a:r>
            <a:rPr kumimoji="1" lang="en-US"/>
            <a:t>3.</a:t>
          </a:r>
          <a:r>
            <a:rPr kumimoji="1" lang="ja-JP"/>
            <a:t>ソケットと</a:t>
          </a:r>
          <a:r>
            <a:rPr kumimoji="1" lang="en-US"/>
            <a:t>IP</a:t>
          </a:r>
          <a:r>
            <a:rPr kumimoji="1" lang="ja-JP"/>
            <a:t>アドレスの紐づけ</a:t>
          </a:r>
          <a:endParaRPr lang="en-US"/>
        </a:p>
      </dgm:t>
    </dgm:pt>
    <dgm:pt modelId="{DBD31202-48FB-47F4-A744-E03C884A5516}" type="parTrans" cxnId="{A673CFAB-4FB7-404B-924D-4E5D27DBC1A6}">
      <dgm:prSet/>
      <dgm:spPr/>
      <dgm:t>
        <a:bodyPr/>
        <a:lstStyle/>
        <a:p>
          <a:endParaRPr lang="en-US"/>
        </a:p>
      </dgm:t>
    </dgm:pt>
    <dgm:pt modelId="{1523B56A-D6DE-4BCE-9F2F-410EB0333613}" type="sibTrans" cxnId="{A673CFAB-4FB7-404B-924D-4E5D27DBC1A6}">
      <dgm:prSet/>
      <dgm:spPr/>
      <dgm:t>
        <a:bodyPr/>
        <a:lstStyle/>
        <a:p>
          <a:endParaRPr lang="en-US"/>
        </a:p>
      </dgm:t>
    </dgm:pt>
    <dgm:pt modelId="{3E30F900-7AB7-4EF6-A801-BC5F255C2EBD}">
      <dgm:prSet/>
      <dgm:spPr/>
      <dgm:t>
        <a:bodyPr/>
        <a:lstStyle/>
        <a:p>
          <a:r>
            <a:rPr kumimoji="1" lang="en-US"/>
            <a:t>4.</a:t>
          </a:r>
          <a:r>
            <a:rPr kumimoji="1" lang="ja-JP"/>
            <a:t>接続待ち</a:t>
          </a:r>
          <a:r>
            <a:rPr kumimoji="1" lang="en-US"/>
            <a:t>-&gt;</a:t>
          </a:r>
          <a:r>
            <a:rPr kumimoji="1" lang="ja-JP"/>
            <a:t>接続状態に</a:t>
          </a:r>
          <a:endParaRPr lang="en-US"/>
        </a:p>
      </dgm:t>
    </dgm:pt>
    <dgm:pt modelId="{D5B7D4DB-2501-4DEE-B978-0A3506454620}" type="parTrans" cxnId="{63622246-727E-40BC-8375-4A8B012DCBE9}">
      <dgm:prSet/>
      <dgm:spPr/>
      <dgm:t>
        <a:bodyPr/>
        <a:lstStyle/>
        <a:p>
          <a:endParaRPr lang="en-US"/>
        </a:p>
      </dgm:t>
    </dgm:pt>
    <dgm:pt modelId="{9BEE5FD9-B96D-47D0-9995-99CFC850A5D5}" type="sibTrans" cxnId="{63622246-727E-40BC-8375-4A8B012DCBE9}">
      <dgm:prSet/>
      <dgm:spPr/>
      <dgm:t>
        <a:bodyPr/>
        <a:lstStyle/>
        <a:p>
          <a:endParaRPr lang="en-US"/>
        </a:p>
      </dgm:t>
    </dgm:pt>
    <dgm:pt modelId="{BAA23095-F6EA-4B4B-A726-BE14B0B4C6CF}">
      <dgm:prSet/>
      <dgm:spPr/>
      <dgm:t>
        <a:bodyPr/>
        <a:lstStyle/>
        <a:p>
          <a:r>
            <a:rPr kumimoji="1" lang="en-US"/>
            <a:t>5.</a:t>
          </a:r>
          <a:r>
            <a:rPr kumimoji="1" lang="ja-JP"/>
            <a:t>名前を受け取り表示</a:t>
          </a:r>
          <a:endParaRPr lang="en-US"/>
        </a:p>
      </dgm:t>
    </dgm:pt>
    <dgm:pt modelId="{9C84A9FE-4337-4DA3-9C5E-47C31B6558AD}" type="parTrans" cxnId="{8803BE56-8E99-4875-AA09-593F67319D25}">
      <dgm:prSet/>
      <dgm:spPr/>
      <dgm:t>
        <a:bodyPr/>
        <a:lstStyle/>
        <a:p>
          <a:endParaRPr lang="en-US"/>
        </a:p>
      </dgm:t>
    </dgm:pt>
    <dgm:pt modelId="{C2518884-CE36-4787-9F51-0D0DF4D52162}" type="sibTrans" cxnId="{8803BE56-8E99-4875-AA09-593F67319D25}">
      <dgm:prSet/>
      <dgm:spPr/>
      <dgm:t>
        <a:bodyPr/>
        <a:lstStyle/>
        <a:p>
          <a:endParaRPr lang="en-US"/>
        </a:p>
      </dgm:t>
    </dgm:pt>
    <dgm:pt modelId="{4156FD57-0608-4C19-86B2-41F835046FDD}">
      <dgm:prSet/>
      <dgm:spPr/>
      <dgm:t>
        <a:bodyPr/>
        <a:lstStyle/>
        <a:p>
          <a:r>
            <a:rPr kumimoji="1" lang="en-US"/>
            <a:t>6.</a:t>
          </a:r>
          <a:r>
            <a:rPr kumimoji="1" lang="ja-JP"/>
            <a:t>メッセージのやり取り</a:t>
          </a:r>
          <a:endParaRPr lang="en-US"/>
        </a:p>
      </dgm:t>
    </dgm:pt>
    <dgm:pt modelId="{ECF49215-F233-41F9-9801-8EDB845F73B3}" type="parTrans" cxnId="{BC060075-FF06-4416-8EF7-CA32612CD0DE}">
      <dgm:prSet/>
      <dgm:spPr/>
      <dgm:t>
        <a:bodyPr/>
        <a:lstStyle/>
        <a:p>
          <a:endParaRPr lang="en-US"/>
        </a:p>
      </dgm:t>
    </dgm:pt>
    <dgm:pt modelId="{3CE489FC-7630-4901-B1BA-BC7A827773A2}" type="sibTrans" cxnId="{BC060075-FF06-4416-8EF7-CA32612CD0DE}">
      <dgm:prSet/>
      <dgm:spPr/>
      <dgm:t>
        <a:bodyPr/>
        <a:lstStyle/>
        <a:p>
          <a:endParaRPr lang="en-US"/>
        </a:p>
      </dgm:t>
    </dgm:pt>
    <dgm:pt modelId="{26640CA6-CEAF-4408-8975-2EA095C09B5D}" type="pres">
      <dgm:prSet presAssocID="{94C34157-30F6-4300-B716-D58D462F6DC8}" presName="vert0" presStyleCnt="0">
        <dgm:presLayoutVars>
          <dgm:dir/>
          <dgm:animOne val="branch"/>
          <dgm:animLvl val="lvl"/>
        </dgm:presLayoutVars>
      </dgm:prSet>
      <dgm:spPr/>
    </dgm:pt>
    <dgm:pt modelId="{7C25F271-7AA5-4D21-B586-FB63CCF190E5}" type="pres">
      <dgm:prSet presAssocID="{45C6F817-9454-4323-8B2B-B072C9C579B1}" presName="thickLine" presStyleLbl="alignNode1" presStyleIdx="0" presStyleCnt="6"/>
      <dgm:spPr/>
    </dgm:pt>
    <dgm:pt modelId="{CEEF9404-7D9A-4942-A969-CE282E3060D5}" type="pres">
      <dgm:prSet presAssocID="{45C6F817-9454-4323-8B2B-B072C9C579B1}" presName="horz1" presStyleCnt="0"/>
      <dgm:spPr/>
    </dgm:pt>
    <dgm:pt modelId="{44098DEC-4BE1-4A90-B9AA-AA9E5C695810}" type="pres">
      <dgm:prSet presAssocID="{45C6F817-9454-4323-8B2B-B072C9C579B1}" presName="tx1" presStyleLbl="revTx" presStyleIdx="0" presStyleCnt="6"/>
      <dgm:spPr/>
    </dgm:pt>
    <dgm:pt modelId="{4656B58E-087F-4B4D-838E-A9D1B004B1EC}" type="pres">
      <dgm:prSet presAssocID="{45C6F817-9454-4323-8B2B-B072C9C579B1}" presName="vert1" presStyleCnt="0"/>
      <dgm:spPr/>
    </dgm:pt>
    <dgm:pt modelId="{18EA261E-EBB5-468C-A048-3EA9E0C238AF}" type="pres">
      <dgm:prSet presAssocID="{93DA1C5B-2D19-4E24-8F80-E474551140EB}" presName="thickLine" presStyleLbl="alignNode1" presStyleIdx="1" presStyleCnt="6"/>
      <dgm:spPr/>
    </dgm:pt>
    <dgm:pt modelId="{9536ED92-8772-44AA-9779-BA68245374BF}" type="pres">
      <dgm:prSet presAssocID="{93DA1C5B-2D19-4E24-8F80-E474551140EB}" presName="horz1" presStyleCnt="0"/>
      <dgm:spPr/>
    </dgm:pt>
    <dgm:pt modelId="{1F5878D2-A442-4A51-A85E-6D36BFE4DA9D}" type="pres">
      <dgm:prSet presAssocID="{93DA1C5B-2D19-4E24-8F80-E474551140EB}" presName="tx1" presStyleLbl="revTx" presStyleIdx="1" presStyleCnt="6"/>
      <dgm:spPr/>
    </dgm:pt>
    <dgm:pt modelId="{94A5C067-5563-4008-8F6A-D75263C4E401}" type="pres">
      <dgm:prSet presAssocID="{93DA1C5B-2D19-4E24-8F80-E474551140EB}" presName="vert1" presStyleCnt="0"/>
      <dgm:spPr/>
    </dgm:pt>
    <dgm:pt modelId="{029755D1-42CF-4061-9781-90D725FF46DD}" type="pres">
      <dgm:prSet presAssocID="{DFC7E1E3-D08B-4F04-97E5-ACCC4E532096}" presName="thickLine" presStyleLbl="alignNode1" presStyleIdx="2" presStyleCnt="6"/>
      <dgm:spPr/>
    </dgm:pt>
    <dgm:pt modelId="{AD12F905-D72B-4067-84D4-8949220D6DEE}" type="pres">
      <dgm:prSet presAssocID="{DFC7E1E3-D08B-4F04-97E5-ACCC4E532096}" presName="horz1" presStyleCnt="0"/>
      <dgm:spPr/>
    </dgm:pt>
    <dgm:pt modelId="{95A88721-E7FB-4600-B3FA-278C5493A9D7}" type="pres">
      <dgm:prSet presAssocID="{DFC7E1E3-D08B-4F04-97E5-ACCC4E532096}" presName="tx1" presStyleLbl="revTx" presStyleIdx="2" presStyleCnt="6"/>
      <dgm:spPr/>
    </dgm:pt>
    <dgm:pt modelId="{27FAEA27-6B3C-42B5-AC52-CD1742277028}" type="pres">
      <dgm:prSet presAssocID="{DFC7E1E3-D08B-4F04-97E5-ACCC4E532096}" presName="vert1" presStyleCnt="0"/>
      <dgm:spPr/>
    </dgm:pt>
    <dgm:pt modelId="{3E055A23-8D7F-49AB-9ACF-F42DFB64BF6F}" type="pres">
      <dgm:prSet presAssocID="{3E30F900-7AB7-4EF6-A801-BC5F255C2EBD}" presName="thickLine" presStyleLbl="alignNode1" presStyleIdx="3" presStyleCnt="6"/>
      <dgm:spPr/>
    </dgm:pt>
    <dgm:pt modelId="{CCEE7FCA-78CF-4797-A3FF-7A3A37156BE5}" type="pres">
      <dgm:prSet presAssocID="{3E30F900-7AB7-4EF6-A801-BC5F255C2EBD}" presName="horz1" presStyleCnt="0"/>
      <dgm:spPr/>
    </dgm:pt>
    <dgm:pt modelId="{292F7C77-8D7A-46A6-9032-495552D7B3BE}" type="pres">
      <dgm:prSet presAssocID="{3E30F900-7AB7-4EF6-A801-BC5F255C2EBD}" presName="tx1" presStyleLbl="revTx" presStyleIdx="3" presStyleCnt="6"/>
      <dgm:spPr/>
    </dgm:pt>
    <dgm:pt modelId="{D7E27230-F37E-4450-BF7F-BDD5B97CAFDE}" type="pres">
      <dgm:prSet presAssocID="{3E30F900-7AB7-4EF6-A801-BC5F255C2EBD}" presName="vert1" presStyleCnt="0"/>
      <dgm:spPr/>
    </dgm:pt>
    <dgm:pt modelId="{0372DD85-B115-4676-9B0F-116D80C2B16C}" type="pres">
      <dgm:prSet presAssocID="{BAA23095-F6EA-4B4B-A726-BE14B0B4C6CF}" presName="thickLine" presStyleLbl="alignNode1" presStyleIdx="4" presStyleCnt="6"/>
      <dgm:spPr/>
    </dgm:pt>
    <dgm:pt modelId="{8FC8EC9C-1902-41D8-BB87-5C82B3FF5B1C}" type="pres">
      <dgm:prSet presAssocID="{BAA23095-F6EA-4B4B-A726-BE14B0B4C6CF}" presName="horz1" presStyleCnt="0"/>
      <dgm:spPr/>
    </dgm:pt>
    <dgm:pt modelId="{2CD4EF92-300B-4AE8-8CD2-D8A6460AA53C}" type="pres">
      <dgm:prSet presAssocID="{BAA23095-F6EA-4B4B-A726-BE14B0B4C6CF}" presName="tx1" presStyleLbl="revTx" presStyleIdx="4" presStyleCnt="6"/>
      <dgm:spPr/>
    </dgm:pt>
    <dgm:pt modelId="{019B7A69-4981-400B-9C42-6ED8499C87A7}" type="pres">
      <dgm:prSet presAssocID="{BAA23095-F6EA-4B4B-A726-BE14B0B4C6CF}" presName="vert1" presStyleCnt="0"/>
      <dgm:spPr/>
    </dgm:pt>
    <dgm:pt modelId="{2C5D93CF-3FB0-478A-913B-4E16B32EF5CC}" type="pres">
      <dgm:prSet presAssocID="{4156FD57-0608-4C19-86B2-41F835046FDD}" presName="thickLine" presStyleLbl="alignNode1" presStyleIdx="5" presStyleCnt="6"/>
      <dgm:spPr/>
    </dgm:pt>
    <dgm:pt modelId="{0E387694-DF28-4E3F-9508-236214D810AD}" type="pres">
      <dgm:prSet presAssocID="{4156FD57-0608-4C19-86B2-41F835046FDD}" presName="horz1" presStyleCnt="0"/>
      <dgm:spPr/>
    </dgm:pt>
    <dgm:pt modelId="{3F1A74D6-0D66-474C-98B7-0A556377F836}" type="pres">
      <dgm:prSet presAssocID="{4156FD57-0608-4C19-86B2-41F835046FDD}" presName="tx1" presStyleLbl="revTx" presStyleIdx="5" presStyleCnt="6"/>
      <dgm:spPr/>
    </dgm:pt>
    <dgm:pt modelId="{9282616B-9BA2-4727-9ED1-6F823AFA5761}" type="pres">
      <dgm:prSet presAssocID="{4156FD57-0608-4C19-86B2-41F835046FDD}" presName="vert1" presStyleCnt="0"/>
      <dgm:spPr/>
    </dgm:pt>
  </dgm:ptLst>
  <dgm:cxnLst>
    <dgm:cxn modelId="{BE36AA00-7527-47AA-A82A-E064FBEB739E}" type="presOf" srcId="{4156FD57-0608-4C19-86B2-41F835046FDD}" destId="{3F1A74D6-0D66-474C-98B7-0A556377F836}" srcOrd="0" destOrd="0" presId="urn:microsoft.com/office/officeart/2008/layout/LinedList"/>
    <dgm:cxn modelId="{1AF07C0D-EFE8-4680-AFE1-648EA19FCBF4}" type="presOf" srcId="{45C6F817-9454-4323-8B2B-B072C9C579B1}" destId="{44098DEC-4BE1-4A90-B9AA-AA9E5C695810}" srcOrd="0" destOrd="0" presId="urn:microsoft.com/office/officeart/2008/layout/LinedList"/>
    <dgm:cxn modelId="{1EFBBF19-5D2E-4FA3-8975-96A0021D9C23}" type="presOf" srcId="{DFC7E1E3-D08B-4F04-97E5-ACCC4E532096}" destId="{95A88721-E7FB-4600-B3FA-278C5493A9D7}" srcOrd="0" destOrd="0" presId="urn:microsoft.com/office/officeart/2008/layout/LinedList"/>
    <dgm:cxn modelId="{63622246-727E-40BC-8375-4A8B012DCBE9}" srcId="{94C34157-30F6-4300-B716-D58D462F6DC8}" destId="{3E30F900-7AB7-4EF6-A801-BC5F255C2EBD}" srcOrd="3" destOrd="0" parTransId="{D5B7D4DB-2501-4DEE-B978-0A3506454620}" sibTransId="{9BEE5FD9-B96D-47D0-9995-99CFC850A5D5}"/>
    <dgm:cxn modelId="{BC060075-FF06-4416-8EF7-CA32612CD0DE}" srcId="{94C34157-30F6-4300-B716-D58D462F6DC8}" destId="{4156FD57-0608-4C19-86B2-41F835046FDD}" srcOrd="5" destOrd="0" parTransId="{ECF49215-F233-41F9-9801-8EDB845F73B3}" sibTransId="{3CE489FC-7630-4901-B1BA-BC7A827773A2}"/>
    <dgm:cxn modelId="{8803BE56-8E99-4875-AA09-593F67319D25}" srcId="{94C34157-30F6-4300-B716-D58D462F6DC8}" destId="{BAA23095-F6EA-4B4B-A726-BE14B0B4C6CF}" srcOrd="4" destOrd="0" parTransId="{9C84A9FE-4337-4DA3-9C5E-47C31B6558AD}" sibTransId="{C2518884-CE36-4787-9F51-0D0DF4D52162}"/>
    <dgm:cxn modelId="{F1E2A197-F6F3-40C3-A5CC-73A72668C7BE}" type="presOf" srcId="{3E30F900-7AB7-4EF6-A801-BC5F255C2EBD}" destId="{292F7C77-8D7A-46A6-9032-495552D7B3BE}" srcOrd="0" destOrd="0" presId="urn:microsoft.com/office/officeart/2008/layout/LinedList"/>
    <dgm:cxn modelId="{A673CFAB-4FB7-404B-924D-4E5D27DBC1A6}" srcId="{94C34157-30F6-4300-B716-D58D462F6DC8}" destId="{DFC7E1E3-D08B-4F04-97E5-ACCC4E532096}" srcOrd="2" destOrd="0" parTransId="{DBD31202-48FB-47F4-A744-E03C884A5516}" sibTransId="{1523B56A-D6DE-4BCE-9F2F-410EB0333613}"/>
    <dgm:cxn modelId="{C95864B1-0508-44FA-AF47-58173590F4D6}" type="presOf" srcId="{93DA1C5B-2D19-4E24-8F80-E474551140EB}" destId="{1F5878D2-A442-4A51-A85E-6D36BFE4DA9D}" srcOrd="0" destOrd="0" presId="urn:microsoft.com/office/officeart/2008/layout/LinedList"/>
    <dgm:cxn modelId="{1D66F3CA-F667-4763-9763-0C0A2DB90666}" srcId="{94C34157-30F6-4300-B716-D58D462F6DC8}" destId="{93DA1C5B-2D19-4E24-8F80-E474551140EB}" srcOrd="1" destOrd="0" parTransId="{6C8DFA2F-AC39-4531-A2FE-0DF8442D66F3}" sibTransId="{4474FF9E-6575-4E18-93C4-708F09152725}"/>
    <dgm:cxn modelId="{21F61EE7-AF92-4A09-A0DE-88094AEC0AC1}" type="presOf" srcId="{94C34157-30F6-4300-B716-D58D462F6DC8}" destId="{26640CA6-CEAF-4408-8975-2EA095C09B5D}" srcOrd="0" destOrd="0" presId="urn:microsoft.com/office/officeart/2008/layout/LinedList"/>
    <dgm:cxn modelId="{F77321EF-10D9-44C4-A89A-6AA945629235}" type="presOf" srcId="{BAA23095-F6EA-4B4B-A726-BE14B0B4C6CF}" destId="{2CD4EF92-300B-4AE8-8CD2-D8A6460AA53C}" srcOrd="0" destOrd="0" presId="urn:microsoft.com/office/officeart/2008/layout/LinedList"/>
    <dgm:cxn modelId="{239140F7-4215-4779-8EE2-FD148F2281DD}" srcId="{94C34157-30F6-4300-B716-D58D462F6DC8}" destId="{45C6F817-9454-4323-8B2B-B072C9C579B1}" srcOrd="0" destOrd="0" parTransId="{2B872796-C0C6-4903-8C56-B87E6B9EBA1E}" sibTransId="{5BA49AC2-61DB-48AE-BDCC-E87C6FF1BF4C}"/>
    <dgm:cxn modelId="{D4B0F1AA-77E5-4E26-B9F2-6BF81FF55DC6}" type="presParOf" srcId="{26640CA6-CEAF-4408-8975-2EA095C09B5D}" destId="{7C25F271-7AA5-4D21-B586-FB63CCF190E5}" srcOrd="0" destOrd="0" presId="urn:microsoft.com/office/officeart/2008/layout/LinedList"/>
    <dgm:cxn modelId="{BBD74007-E1CE-47DC-81F5-D392CD833580}" type="presParOf" srcId="{26640CA6-CEAF-4408-8975-2EA095C09B5D}" destId="{CEEF9404-7D9A-4942-A969-CE282E3060D5}" srcOrd="1" destOrd="0" presId="urn:microsoft.com/office/officeart/2008/layout/LinedList"/>
    <dgm:cxn modelId="{E5C0873E-C008-4031-A6B7-31F4C854416A}" type="presParOf" srcId="{CEEF9404-7D9A-4942-A969-CE282E3060D5}" destId="{44098DEC-4BE1-4A90-B9AA-AA9E5C695810}" srcOrd="0" destOrd="0" presId="urn:microsoft.com/office/officeart/2008/layout/LinedList"/>
    <dgm:cxn modelId="{3AE3BE45-BB32-4A70-82BB-D3A78839BB91}" type="presParOf" srcId="{CEEF9404-7D9A-4942-A969-CE282E3060D5}" destId="{4656B58E-087F-4B4D-838E-A9D1B004B1EC}" srcOrd="1" destOrd="0" presId="urn:microsoft.com/office/officeart/2008/layout/LinedList"/>
    <dgm:cxn modelId="{2317919C-077F-4965-86FB-C970370BFAD4}" type="presParOf" srcId="{26640CA6-CEAF-4408-8975-2EA095C09B5D}" destId="{18EA261E-EBB5-468C-A048-3EA9E0C238AF}" srcOrd="2" destOrd="0" presId="urn:microsoft.com/office/officeart/2008/layout/LinedList"/>
    <dgm:cxn modelId="{8E044AE8-A541-48F9-A5E1-74D2C7F14D58}" type="presParOf" srcId="{26640CA6-CEAF-4408-8975-2EA095C09B5D}" destId="{9536ED92-8772-44AA-9779-BA68245374BF}" srcOrd="3" destOrd="0" presId="urn:microsoft.com/office/officeart/2008/layout/LinedList"/>
    <dgm:cxn modelId="{7BA0586D-A9BB-45F0-A41D-D1BA67E6A417}" type="presParOf" srcId="{9536ED92-8772-44AA-9779-BA68245374BF}" destId="{1F5878D2-A442-4A51-A85E-6D36BFE4DA9D}" srcOrd="0" destOrd="0" presId="urn:microsoft.com/office/officeart/2008/layout/LinedList"/>
    <dgm:cxn modelId="{9006A934-0170-40D0-B1A8-FC80C165A431}" type="presParOf" srcId="{9536ED92-8772-44AA-9779-BA68245374BF}" destId="{94A5C067-5563-4008-8F6A-D75263C4E401}" srcOrd="1" destOrd="0" presId="urn:microsoft.com/office/officeart/2008/layout/LinedList"/>
    <dgm:cxn modelId="{39653259-475B-45E9-BBF7-E0BCD409767F}" type="presParOf" srcId="{26640CA6-CEAF-4408-8975-2EA095C09B5D}" destId="{029755D1-42CF-4061-9781-90D725FF46DD}" srcOrd="4" destOrd="0" presId="urn:microsoft.com/office/officeart/2008/layout/LinedList"/>
    <dgm:cxn modelId="{3D8ED7AE-4D18-46DB-9AC9-01F80C28AA98}" type="presParOf" srcId="{26640CA6-CEAF-4408-8975-2EA095C09B5D}" destId="{AD12F905-D72B-4067-84D4-8949220D6DEE}" srcOrd="5" destOrd="0" presId="urn:microsoft.com/office/officeart/2008/layout/LinedList"/>
    <dgm:cxn modelId="{CFF0132E-2812-49AA-815E-972C116E6AC0}" type="presParOf" srcId="{AD12F905-D72B-4067-84D4-8949220D6DEE}" destId="{95A88721-E7FB-4600-B3FA-278C5493A9D7}" srcOrd="0" destOrd="0" presId="urn:microsoft.com/office/officeart/2008/layout/LinedList"/>
    <dgm:cxn modelId="{C7211C72-3E7B-48C7-B710-3C9405550614}" type="presParOf" srcId="{AD12F905-D72B-4067-84D4-8949220D6DEE}" destId="{27FAEA27-6B3C-42B5-AC52-CD1742277028}" srcOrd="1" destOrd="0" presId="urn:microsoft.com/office/officeart/2008/layout/LinedList"/>
    <dgm:cxn modelId="{8FC721D0-7A23-4E8A-803C-47CF2C02207B}" type="presParOf" srcId="{26640CA6-CEAF-4408-8975-2EA095C09B5D}" destId="{3E055A23-8D7F-49AB-9ACF-F42DFB64BF6F}" srcOrd="6" destOrd="0" presId="urn:microsoft.com/office/officeart/2008/layout/LinedList"/>
    <dgm:cxn modelId="{21D6E326-889A-4915-A93F-CCF188878739}" type="presParOf" srcId="{26640CA6-CEAF-4408-8975-2EA095C09B5D}" destId="{CCEE7FCA-78CF-4797-A3FF-7A3A37156BE5}" srcOrd="7" destOrd="0" presId="urn:microsoft.com/office/officeart/2008/layout/LinedList"/>
    <dgm:cxn modelId="{86841B8E-342C-4B97-AB7E-8D17EFF7BFD9}" type="presParOf" srcId="{CCEE7FCA-78CF-4797-A3FF-7A3A37156BE5}" destId="{292F7C77-8D7A-46A6-9032-495552D7B3BE}" srcOrd="0" destOrd="0" presId="urn:microsoft.com/office/officeart/2008/layout/LinedList"/>
    <dgm:cxn modelId="{0C12E00C-0E19-46C2-9A49-A29E1ECBF1F9}" type="presParOf" srcId="{CCEE7FCA-78CF-4797-A3FF-7A3A37156BE5}" destId="{D7E27230-F37E-4450-BF7F-BDD5B97CAFDE}" srcOrd="1" destOrd="0" presId="urn:microsoft.com/office/officeart/2008/layout/LinedList"/>
    <dgm:cxn modelId="{3CC02B79-58F4-4589-91C4-405E6D105C91}" type="presParOf" srcId="{26640CA6-CEAF-4408-8975-2EA095C09B5D}" destId="{0372DD85-B115-4676-9B0F-116D80C2B16C}" srcOrd="8" destOrd="0" presId="urn:microsoft.com/office/officeart/2008/layout/LinedList"/>
    <dgm:cxn modelId="{7552663C-182E-42A3-B2AA-7D0AA6DC668F}" type="presParOf" srcId="{26640CA6-CEAF-4408-8975-2EA095C09B5D}" destId="{8FC8EC9C-1902-41D8-BB87-5C82B3FF5B1C}" srcOrd="9" destOrd="0" presId="urn:microsoft.com/office/officeart/2008/layout/LinedList"/>
    <dgm:cxn modelId="{68975BFF-0010-49D1-BAB9-260A26DC21AE}" type="presParOf" srcId="{8FC8EC9C-1902-41D8-BB87-5C82B3FF5B1C}" destId="{2CD4EF92-300B-4AE8-8CD2-D8A6460AA53C}" srcOrd="0" destOrd="0" presId="urn:microsoft.com/office/officeart/2008/layout/LinedList"/>
    <dgm:cxn modelId="{264B9080-E2E0-4975-9740-16FB01415D48}" type="presParOf" srcId="{8FC8EC9C-1902-41D8-BB87-5C82B3FF5B1C}" destId="{019B7A69-4981-400B-9C42-6ED8499C87A7}" srcOrd="1" destOrd="0" presId="urn:microsoft.com/office/officeart/2008/layout/LinedList"/>
    <dgm:cxn modelId="{74DD4C27-EBDA-4885-B8A0-CD7634F2E053}" type="presParOf" srcId="{26640CA6-CEAF-4408-8975-2EA095C09B5D}" destId="{2C5D93CF-3FB0-478A-913B-4E16B32EF5CC}" srcOrd="10" destOrd="0" presId="urn:microsoft.com/office/officeart/2008/layout/LinedList"/>
    <dgm:cxn modelId="{383DE50D-41A6-4B67-AF3F-9589E37CDADF}" type="presParOf" srcId="{26640CA6-CEAF-4408-8975-2EA095C09B5D}" destId="{0E387694-DF28-4E3F-9508-236214D810AD}" srcOrd="11" destOrd="0" presId="urn:microsoft.com/office/officeart/2008/layout/LinedList"/>
    <dgm:cxn modelId="{11FCD2D6-FA18-4F94-BDE8-118572514707}" type="presParOf" srcId="{0E387694-DF28-4E3F-9508-236214D810AD}" destId="{3F1A74D6-0D66-474C-98B7-0A556377F836}" srcOrd="0" destOrd="0" presId="urn:microsoft.com/office/officeart/2008/layout/LinedList"/>
    <dgm:cxn modelId="{1D53FC2E-48F4-48DC-BA0D-CCA7FF73485A}" type="presParOf" srcId="{0E387694-DF28-4E3F-9508-236214D810AD}" destId="{9282616B-9BA2-4727-9ED1-6F823AFA576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BFE23BC-4818-4CC3-956A-17477AE4F44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9635C6D-7E38-4802-AB7D-2BF3B14AE4A4}">
      <dgm:prSet/>
      <dgm:spPr/>
      <dgm:t>
        <a:bodyPr/>
        <a:lstStyle/>
        <a:p>
          <a:r>
            <a:rPr kumimoji="1" lang="en-US"/>
            <a:t>1.</a:t>
          </a:r>
          <a:r>
            <a:rPr kumimoji="1" lang="ja-JP"/>
            <a:t>変数の定義、ソケットの作成</a:t>
          </a:r>
          <a:endParaRPr lang="en-US"/>
        </a:p>
      </dgm:t>
    </dgm:pt>
    <dgm:pt modelId="{B1054764-B3CE-41A2-A3CF-43E619B881E8}" type="parTrans" cxnId="{AC28771B-BAB6-472D-A578-DE2B985D50FF}">
      <dgm:prSet/>
      <dgm:spPr/>
      <dgm:t>
        <a:bodyPr/>
        <a:lstStyle/>
        <a:p>
          <a:endParaRPr lang="en-US"/>
        </a:p>
      </dgm:t>
    </dgm:pt>
    <dgm:pt modelId="{F6846F9F-AFE8-43EF-B276-62ECACDE9436}" type="sibTrans" cxnId="{AC28771B-BAB6-472D-A578-DE2B985D50FF}">
      <dgm:prSet/>
      <dgm:spPr/>
      <dgm:t>
        <a:bodyPr/>
        <a:lstStyle/>
        <a:p>
          <a:endParaRPr lang="en-US"/>
        </a:p>
      </dgm:t>
    </dgm:pt>
    <dgm:pt modelId="{870F65EE-084F-4671-9CBC-9CF4A93C0E64}">
      <dgm:prSet/>
      <dgm:spPr/>
      <dgm:t>
        <a:bodyPr/>
        <a:lstStyle/>
        <a:p>
          <a:r>
            <a:rPr kumimoji="1" lang="en-US"/>
            <a:t>2.</a:t>
          </a:r>
          <a:r>
            <a:rPr kumimoji="1" lang="ja-JP"/>
            <a:t>アドレス構造体の設定</a:t>
          </a:r>
          <a:endParaRPr lang="en-US"/>
        </a:p>
      </dgm:t>
    </dgm:pt>
    <dgm:pt modelId="{D8077AB3-F25C-40F4-8130-B6F2A5F20502}" type="parTrans" cxnId="{C4835E4E-8BC3-49A8-AF32-9C8E44165C12}">
      <dgm:prSet/>
      <dgm:spPr/>
      <dgm:t>
        <a:bodyPr/>
        <a:lstStyle/>
        <a:p>
          <a:endParaRPr lang="en-US"/>
        </a:p>
      </dgm:t>
    </dgm:pt>
    <dgm:pt modelId="{39EF3481-1741-4D72-AEE1-7231E2B177EF}" type="sibTrans" cxnId="{C4835E4E-8BC3-49A8-AF32-9C8E44165C12}">
      <dgm:prSet/>
      <dgm:spPr/>
      <dgm:t>
        <a:bodyPr/>
        <a:lstStyle/>
        <a:p>
          <a:endParaRPr lang="en-US"/>
        </a:p>
      </dgm:t>
    </dgm:pt>
    <dgm:pt modelId="{D6855FA7-DCA8-49FD-8AAD-40C430CFDC03}">
      <dgm:prSet/>
      <dgm:spPr/>
      <dgm:t>
        <a:bodyPr/>
        <a:lstStyle/>
        <a:p>
          <a:r>
            <a:rPr kumimoji="1" lang="en-US"/>
            <a:t>3.</a:t>
          </a:r>
          <a:r>
            <a:rPr kumimoji="1" lang="ja-JP"/>
            <a:t>通信経路の確立</a:t>
          </a:r>
          <a:endParaRPr lang="en-US"/>
        </a:p>
      </dgm:t>
    </dgm:pt>
    <dgm:pt modelId="{E75272FD-9B3E-4011-B6A6-D4025B81B509}" type="parTrans" cxnId="{9DAE65EE-8E7F-401D-A550-0D86531ADC3E}">
      <dgm:prSet/>
      <dgm:spPr/>
      <dgm:t>
        <a:bodyPr/>
        <a:lstStyle/>
        <a:p>
          <a:endParaRPr lang="en-US"/>
        </a:p>
      </dgm:t>
    </dgm:pt>
    <dgm:pt modelId="{2A253FF7-D39D-4EF5-B766-3B47A74D2D40}" type="sibTrans" cxnId="{9DAE65EE-8E7F-401D-A550-0D86531ADC3E}">
      <dgm:prSet/>
      <dgm:spPr/>
      <dgm:t>
        <a:bodyPr/>
        <a:lstStyle/>
        <a:p>
          <a:endParaRPr lang="en-US"/>
        </a:p>
      </dgm:t>
    </dgm:pt>
    <dgm:pt modelId="{A40BA70B-D1B7-4608-9BDE-B2251A8B8A6D}">
      <dgm:prSet/>
      <dgm:spPr/>
      <dgm:t>
        <a:bodyPr/>
        <a:lstStyle/>
        <a:p>
          <a:r>
            <a:rPr kumimoji="1" lang="en-US"/>
            <a:t>4.</a:t>
          </a:r>
          <a:r>
            <a:rPr kumimoji="1" lang="ja-JP"/>
            <a:t>名前のやり取り</a:t>
          </a:r>
          <a:endParaRPr lang="en-US"/>
        </a:p>
      </dgm:t>
    </dgm:pt>
    <dgm:pt modelId="{85ABE7B3-002B-4CEE-971F-D391E70EBD0E}" type="parTrans" cxnId="{A1D92987-E799-488E-AE91-DF9C6B538990}">
      <dgm:prSet/>
      <dgm:spPr/>
      <dgm:t>
        <a:bodyPr/>
        <a:lstStyle/>
        <a:p>
          <a:endParaRPr lang="en-US"/>
        </a:p>
      </dgm:t>
    </dgm:pt>
    <dgm:pt modelId="{5630D77F-74ED-4301-98D6-737657143E40}" type="sibTrans" cxnId="{A1D92987-E799-488E-AE91-DF9C6B538990}">
      <dgm:prSet/>
      <dgm:spPr/>
      <dgm:t>
        <a:bodyPr/>
        <a:lstStyle/>
        <a:p>
          <a:endParaRPr lang="en-US"/>
        </a:p>
      </dgm:t>
    </dgm:pt>
    <dgm:pt modelId="{D977C4D2-3694-4D1E-9914-5DF02A6F9CA3}">
      <dgm:prSet/>
      <dgm:spPr/>
      <dgm:t>
        <a:bodyPr/>
        <a:lstStyle/>
        <a:p>
          <a:r>
            <a:rPr kumimoji="1" lang="en-US"/>
            <a:t>5.</a:t>
          </a:r>
          <a:r>
            <a:rPr kumimoji="1" lang="ja-JP"/>
            <a:t>メッセージのやり取り</a:t>
          </a:r>
          <a:endParaRPr lang="en-US"/>
        </a:p>
      </dgm:t>
    </dgm:pt>
    <dgm:pt modelId="{03A745BB-EC6E-4CD4-9206-3DE0E2CF7461}" type="parTrans" cxnId="{0CB86235-D7D7-4122-A4C5-96EBCC10BCDC}">
      <dgm:prSet/>
      <dgm:spPr/>
      <dgm:t>
        <a:bodyPr/>
        <a:lstStyle/>
        <a:p>
          <a:endParaRPr lang="en-US"/>
        </a:p>
      </dgm:t>
    </dgm:pt>
    <dgm:pt modelId="{A0D3DD32-BD4B-4DB6-B8F8-5140AACE708B}" type="sibTrans" cxnId="{0CB86235-D7D7-4122-A4C5-96EBCC10BCDC}">
      <dgm:prSet/>
      <dgm:spPr/>
      <dgm:t>
        <a:bodyPr/>
        <a:lstStyle/>
        <a:p>
          <a:endParaRPr lang="en-US"/>
        </a:p>
      </dgm:t>
    </dgm:pt>
    <dgm:pt modelId="{419C4EDC-07D3-46B3-A071-31FE9AEF16A5}" type="pres">
      <dgm:prSet presAssocID="{FBFE23BC-4818-4CC3-956A-17477AE4F441}" presName="vert0" presStyleCnt="0">
        <dgm:presLayoutVars>
          <dgm:dir/>
          <dgm:animOne val="branch"/>
          <dgm:animLvl val="lvl"/>
        </dgm:presLayoutVars>
      </dgm:prSet>
      <dgm:spPr/>
    </dgm:pt>
    <dgm:pt modelId="{2B80DD39-8D70-4C83-B33D-652ED71757DE}" type="pres">
      <dgm:prSet presAssocID="{79635C6D-7E38-4802-AB7D-2BF3B14AE4A4}" presName="thickLine" presStyleLbl="alignNode1" presStyleIdx="0" presStyleCnt="5"/>
      <dgm:spPr/>
    </dgm:pt>
    <dgm:pt modelId="{8E9DC73B-EB8A-4AEF-9D0B-E4D5E78D1EBD}" type="pres">
      <dgm:prSet presAssocID="{79635C6D-7E38-4802-AB7D-2BF3B14AE4A4}" presName="horz1" presStyleCnt="0"/>
      <dgm:spPr/>
    </dgm:pt>
    <dgm:pt modelId="{DBDA82FB-8674-4DF9-B2D3-66BC65E37301}" type="pres">
      <dgm:prSet presAssocID="{79635C6D-7E38-4802-AB7D-2BF3B14AE4A4}" presName="tx1" presStyleLbl="revTx" presStyleIdx="0" presStyleCnt="5"/>
      <dgm:spPr/>
    </dgm:pt>
    <dgm:pt modelId="{EF5D23DD-914C-483A-AED5-B238CA86B596}" type="pres">
      <dgm:prSet presAssocID="{79635C6D-7E38-4802-AB7D-2BF3B14AE4A4}" presName="vert1" presStyleCnt="0"/>
      <dgm:spPr/>
    </dgm:pt>
    <dgm:pt modelId="{AED9FB77-66A6-4D4C-A044-56937F810C6F}" type="pres">
      <dgm:prSet presAssocID="{870F65EE-084F-4671-9CBC-9CF4A93C0E64}" presName="thickLine" presStyleLbl="alignNode1" presStyleIdx="1" presStyleCnt="5"/>
      <dgm:spPr/>
    </dgm:pt>
    <dgm:pt modelId="{E8804B04-0002-411F-8EA0-5F099DDADE55}" type="pres">
      <dgm:prSet presAssocID="{870F65EE-084F-4671-9CBC-9CF4A93C0E64}" presName="horz1" presStyleCnt="0"/>
      <dgm:spPr/>
    </dgm:pt>
    <dgm:pt modelId="{C2E980DD-B9CA-458B-A1D6-5D872BF4020B}" type="pres">
      <dgm:prSet presAssocID="{870F65EE-084F-4671-9CBC-9CF4A93C0E64}" presName="tx1" presStyleLbl="revTx" presStyleIdx="1" presStyleCnt="5"/>
      <dgm:spPr/>
    </dgm:pt>
    <dgm:pt modelId="{22950320-E9E3-477D-8775-317C66DE6A4B}" type="pres">
      <dgm:prSet presAssocID="{870F65EE-084F-4671-9CBC-9CF4A93C0E64}" presName="vert1" presStyleCnt="0"/>
      <dgm:spPr/>
    </dgm:pt>
    <dgm:pt modelId="{A7DF54FA-552D-4318-AF93-66F98EECE1A0}" type="pres">
      <dgm:prSet presAssocID="{D6855FA7-DCA8-49FD-8AAD-40C430CFDC03}" presName="thickLine" presStyleLbl="alignNode1" presStyleIdx="2" presStyleCnt="5"/>
      <dgm:spPr/>
    </dgm:pt>
    <dgm:pt modelId="{97C012E7-E640-4585-8B56-5CB2874E794C}" type="pres">
      <dgm:prSet presAssocID="{D6855FA7-DCA8-49FD-8AAD-40C430CFDC03}" presName="horz1" presStyleCnt="0"/>
      <dgm:spPr/>
    </dgm:pt>
    <dgm:pt modelId="{23780624-735A-43BD-8D5A-BA50F7A63046}" type="pres">
      <dgm:prSet presAssocID="{D6855FA7-DCA8-49FD-8AAD-40C430CFDC03}" presName="tx1" presStyleLbl="revTx" presStyleIdx="2" presStyleCnt="5"/>
      <dgm:spPr/>
    </dgm:pt>
    <dgm:pt modelId="{8146D295-32AC-4F53-8F77-4C45A64B3284}" type="pres">
      <dgm:prSet presAssocID="{D6855FA7-DCA8-49FD-8AAD-40C430CFDC03}" presName="vert1" presStyleCnt="0"/>
      <dgm:spPr/>
    </dgm:pt>
    <dgm:pt modelId="{8EA1CFC0-7A5E-4537-8267-B1DF6A13BE59}" type="pres">
      <dgm:prSet presAssocID="{A40BA70B-D1B7-4608-9BDE-B2251A8B8A6D}" presName="thickLine" presStyleLbl="alignNode1" presStyleIdx="3" presStyleCnt="5"/>
      <dgm:spPr/>
    </dgm:pt>
    <dgm:pt modelId="{37DFD313-57E0-482E-B347-913FDAC1D75C}" type="pres">
      <dgm:prSet presAssocID="{A40BA70B-D1B7-4608-9BDE-B2251A8B8A6D}" presName="horz1" presStyleCnt="0"/>
      <dgm:spPr/>
    </dgm:pt>
    <dgm:pt modelId="{7A71E39B-8F54-4120-A589-8B30D103C08D}" type="pres">
      <dgm:prSet presAssocID="{A40BA70B-D1B7-4608-9BDE-B2251A8B8A6D}" presName="tx1" presStyleLbl="revTx" presStyleIdx="3" presStyleCnt="5"/>
      <dgm:spPr/>
    </dgm:pt>
    <dgm:pt modelId="{6B8622D8-48C7-45FA-9B17-8C6B873AB029}" type="pres">
      <dgm:prSet presAssocID="{A40BA70B-D1B7-4608-9BDE-B2251A8B8A6D}" presName="vert1" presStyleCnt="0"/>
      <dgm:spPr/>
    </dgm:pt>
    <dgm:pt modelId="{E922E170-23B8-4265-897F-6D52A10496CB}" type="pres">
      <dgm:prSet presAssocID="{D977C4D2-3694-4D1E-9914-5DF02A6F9CA3}" presName="thickLine" presStyleLbl="alignNode1" presStyleIdx="4" presStyleCnt="5"/>
      <dgm:spPr/>
    </dgm:pt>
    <dgm:pt modelId="{9F85AFBC-4089-442F-A1D0-E76601FA38C6}" type="pres">
      <dgm:prSet presAssocID="{D977C4D2-3694-4D1E-9914-5DF02A6F9CA3}" presName="horz1" presStyleCnt="0"/>
      <dgm:spPr/>
    </dgm:pt>
    <dgm:pt modelId="{861BE3EA-E178-44E9-BD1C-1DA2DC40AA9C}" type="pres">
      <dgm:prSet presAssocID="{D977C4D2-3694-4D1E-9914-5DF02A6F9CA3}" presName="tx1" presStyleLbl="revTx" presStyleIdx="4" presStyleCnt="5"/>
      <dgm:spPr/>
    </dgm:pt>
    <dgm:pt modelId="{FBABB6BE-76FF-449E-86A1-3EFCD6CAA537}" type="pres">
      <dgm:prSet presAssocID="{D977C4D2-3694-4D1E-9914-5DF02A6F9CA3}" presName="vert1" presStyleCnt="0"/>
      <dgm:spPr/>
    </dgm:pt>
  </dgm:ptLst>
  <dgm:cxnLst>
    <dgm:cxn modelId="{2ECC4204-21AE-4899-A42F-BE8C61F51827}" type="presOf" srcId="{79635C6D-7E38-4802-AB7D-2BF3B14AE4A4}" destId="{DBDA82FB-8674-4DF9-B2D3-66BC65E37301}" srcOrd="0" destOrd="0" presId="urn:microsoft.com/office/officeart/2008/layout/LinedList"/>
    <dgm:cxn modelId="{AC28771B-BAB6-472D-A578-DE2B985D50FF}" srcId="{FBFE23BC-4818-4CC3-956A-17477AE4F441}" destId="{79635C6D-7E38-4802-AB7D-2BF3B14AE4A4}" srcOrd="0" destOrd="0" parTransId="{B1054764-B3CE-41A2-A3CF-43E619B881E8}" sibTransId="{F6846F9F-AFE8-43EF-B276-62ECACDE9436}"/>
    <dgm:cxn modelId="{B3B8311D-C1DA-4E35-A1AE-DC3E59786EDD}" type="presOf" srcId="{D6855FA7-DCA8-49FD-8AAD-40C430CFDC03}" destId="{23780624-735A-43BD-8D5A-BA50F7A63046}" srcOrd="0" destOrd="0" presId="urn:microsoft.com/office/officeart/2008/layout/LinedList"/>
    <dgm:cxn modelId="{940E9722-2E8B-474C-A1BC-4DD0D4C148DF}" type="presOf" srcId="{FBFE23BC-4818-4CC3-956A-17477AE4F441}" destId="{419C4EDC-07D3-46B3-A071-31FE9AEF16A5}" srcOrd="0" destOrd="0" presId="urn:microsoft.com/office/officeart/2008/layout/LinedList"/>
    <dgm:cxn modelId="{0CB86235-D7D7-4122-A4C5-96EBCC10BCDC}" srcId="{FBFE23BC-4818-4CC3-956A-17477AE4F441}" destId="{D977C4D2-3694-4D1E-9914-5DF02A6F9CA3}" srcOrd="4" destOrd="0" parTransId="{03A745BB-EC6E-4CD4-9206-3DE0E2CF7461}" sibTransId="{A0D3DD32-BD4B-4DB6-B8F8-5140AACE708B}"/>
    <dgm:cxn modelId="{5DC84E3E-09C1-49BA-92C0-B39B13D66BA2}" type="presOf" srcId="{A40BA70B-D1B7-4608-9BDE-B2251A8B8A6D}" destId="{7A71E39B-8F54-4120-A589-8B30D103C08D}" srcOrd="0" destOrd="0" presId="urn:microsoft.com/office/officeart/2008/layout/LinedList"/>
    <dgm:cxn modelId="{270D7865-0561-4DA9-9145-F4B5FA08BDA0}" type="presOf" srcId="{870F65EE-084F-4671-9CBC-9CF4A93C0E64}" destId="{C2E980DD-B9CA-458B-A1D6-5D872BF4020B}" srcOrd="0" destOrd="0" presId="urn:microsoft.com/office/officeart/2008/layout/LinedList"/>
    <dgm:cxn modelId="{C4835E4E-8BC3-49A8-AF32-9C8E44165C12}" srcId="{FBFE23BC-4818-4CC3-956A-17477AE4F441}" destId="{870F65EE-084F-4671-9CBC-9CF4A93C0E64}" srcOrd="1" destOrd="0" parTransId="{D8077AB3-F25C-40F4-8130-B6F2A5F20502}" sibTransId="{39EF3481-1741-4D72-AEE1-7231E2B177EF}"/>
    <dgm:cxn modelId="{A1D92987-E799-488E-AE91-DF9C6B538990}" srcId="{FBFE23BC-4818-4CC3-956A-17477AE4F441}" destId="{A40BA70B-D1B7-4608-9BDE-B2251A8B8A6D}" srcOrd="3" destOrd="0" parTransId="{85ABE7B3-002B-4CEE-971F-D391E70EBD0E}" sibTransId="{5630D77F-74ED-4301-98D6-737657143E40}"/>
    <dgm:cxn modelId="{36A39FE2-AD07-4ED1-A239-FB342C6E7711}" type="presOf" srcId="{D977C4D2-3694-4D1E-9914-5DF02A6F9CA3}" destId="{861BE3EA-E178-44E9-BD1C-1DA2DC40AA9C}" srcOrd="0" destOrd="0" presId="urn:microsoft.com/office/officeart/2008/layout/LinedList"/>
    <dgm:cxn modelId="{9DAE65EE-8E7F-401D-A550-0D86531ADC3E}" srcId="{FBFE23BC-4818-4CC3-956A-17477AE4F441}" destId="{D6855FA7-DCA8-49FD-8AAD-40C430CFDC03}" srcOrd="2" destOrd="0" parTransId="{E75272FD-9B3E-4011-B6A6-D4025B81B509}" sibTransId="{2A253FF7-D39D-4EF5-B766-3B47A74D2D40}"/>
    <dgm:cxn modelId="{DFF83B68-6A49-44B6-BF39-49C61E07C774}" type="presParOf" srcId="{419C4EDC-07D3-46B3-A071-31FE9AEF16A5}" destId="{2B80DD39-8D70-4C83-B33D-652ED71757DE}" srcOrd="0" destOrd="0" presId="urn:microsoft.com/office/officeart/2008/layout/LinedList"/>
    <dgm:cxn modelId="{773DAD07-554E-4A38-95D3-5F14D2D6DE3D}" type="presParOf" srcId="{419C4EDC-07D3-46B3-A071-31FE9AEF16A5}" destId="{8E9DC73B-EB8A-4AEF-9D0B-E4D5E78D1EBD}" srcOrd="1" destOrd="0" presId="urn:microsoft.com/office/officeart/2008/layout/LinedList"/>
    <dgm:cxn modelId="{AC3ABA2E-09AB-429E-84E3-7179B29CEFB5}" type="presParOf" srcId="{8E9DC73B-EB8A-4AEF-9D0B-E4D5E78D1EBD}" destId="{DBDA82FB-8674-4DF9-B2D3-66BC65E37301}" srcOrd="0" destOrd="0" presId="urn:microsoft.com/office/officeart/2008/layout/LinedList"/>
    <dgm:cxn modelId="{80EDFA47-C6BB-4411-9A4E-6BAAC0D96CC6}" type="presParOf" srcId="{8E9DC73B-EB8A-4AEF-9D0B-E4D5E78D1EBD}" destId="{EF5D23DD-914C-483A-AED5-B238CA86B596}" srcOrd="1" destOrd="0" presId="urn:microsoft.com/office/officeart/2008/layout/LinedList"/>
    <dgm:cxn modelId="{851BCDD7-E302-4A6D-8AD9-5FA46C25EE94}" type="presParOf" srcId="{419C4EDC-07D3-46B3-A071-31FE9AEF16A5}" destId="{AED9FB77-66A6-4D4C-A044-56937F810C6F}" srcOrd="2" destOrd="0" presId="urn:microsoft.com/office/officeart/2008/layout/LinedList"/>
    <dgm:cxn modelId="{59281E11-00F7-4073-AAD7-232C7F5446C5}" type="presParOf" srcId="{419C4EDC-07D3-46B3-A071-31FE9AEF16A5}" destId="{E8804B04-0002-411F-8EA0-5F099DDADE55}" srcOrd="3" destOrd="0" presId="urn:microsoft.com/office/officeart/2008/layout/LinedList"/>
    <dgm:cxn modelId="{E75AAF29-6FDF-4006-AA60-8AC96EE2982A}" type="presParOf" srcId="{E8804B04-0002-411F-8EA0-5F099DDADE55}" destId="{C2E980DD-B9CA-458B-A1D6-5D872BF4020B}" srcOrd="0" destOrd="0" presId="urn:microsoft.com/office/officeart/2008/layout/LinedList"/>
    <dgm:cxn modelId="{D151F4D4-6F86-43EE-B8F6-CC46CB08823F}" type="presParOf" srcId="{E8804B04-0002-411F-8EA0-5F099DDADE55}" destId="{22950320-E9E3-477D-8775-317C66DE6A4B}" srcOrd="1" destOrd="0" presId="urn:microsoft.com/office/officeart/2008/layout/LinedList"/>
    <dgm:cxn modelId="{123DFD39-8FC2-4626-B00D-EF4D4783A6F9}" type="presParOf" srcId="{419C4EDC-07D3-46B3-A071-31FE9AEF16A5}" destId="{A7DF54FA-552D-4318-AF93-66F98EECE1A0}" srcOrd="4" destOrd="0" presId="urn:microsoft.com/office/officeart/2008/layout/LinedList"/>
    <dgm:cxn modelId="{9A53DC71-AAD8-4391-9D95-648B3416B14A}" type="presParOf" srcId="{419C4EDC-07D3-46B3-A071-31FE9AEF16A5}" destId="{97C012E7-E640-4585-8B56-5CB2874E794C}" srcOrd="5" destOrd="0" presId="urn:microsoft.com/office/officeart/2008/layout/LinedList"/>
    <dgm:cxn modelId="{48697B56-D923-4DA7-860C-3CDA125CB27D}" type="presParOf" srcId="{97C012E7-E640-4585-8B56-5CB2874E794C}" destId="{23780624-735A-43BD-8D5A-BA50F7A63046}" srcOrd="0" destOrd="0" presId="urn:microsoft.com/office/officeart/2008/layout/LinedList"/>
    <dgm:cxn modelId="{0EC9972A-C6D4-4DD6-88F5-3F0FD878DAA1}" type="presParOf" srcId="{97C012E7-E640-4585-8B56-5CB2874E794C}" destId="{8146D295-32AC-4F53-8F77-4C45A64B3284}" srcOrd="1" destOrd="0" presId="urn:microsoft.com/office/officeart/2008/layout/LinedList"/>
    <dgm:cxn modelId="{77098854-D411-46B4-8CA0-ACE767459DF1}" type="presParOf" srcId="{419C4EDC-07D3-46B3-A071-31FE9AEF16A5}" destId="{8EA1CFC0-7A5E-4537-8267-B1DF6A13BE59}" srcOrd="6" destOrd="0" presId="urn:microsoft.com/office/officeart/2008/layout/LinedList"/>
    <dgm:cxn modelId="{BF9A0A9D-9DD1-4547-955B-BF52F79F40E2}" type="presParOf" srcId="{419C4EDC-07D3-46B3-A071-31FE9AEF16A5}" destId="{37DFD313-57E0-482E-B347-913FDAC1D75C}" srcOrd="7" destOrd="0" presId="urn:microsoft.com/office/officeart/2008/layout/LinedList"/>
    <dgm:cxn modelId="{4C98BBA3-3927-4FC0-B79A-9902A172DA53}" type="presParOf" srcId="{37DFD313-57E0-482E-B347-913FDAC1D75C}" destId="{7A71E39B-8F54-4120-A589-8B30D103C08D}" srcOrd="0" destOrd="0" presId="urn:microsoft.com/office/officeart/2008/layout/LinedList"/>
    <dgm:cxn modelId="{D6E092B9-47DD-4552-95B9-A68ACE792000}" type="presParOf" srcId="{37DFD313-57E0-482E-B347-913FDAC1D75C}" destId="{6B8622D8-48C7-45FA-9B17-8C6B873AB029}" srcOrd="1" destOrd="0" presId="urn:microsoft.com/office/officeart/2008/layout/LinedList"/>
    <dgm:cxn modelId="{DFE4DF5A-42FB-49EE-A392-D43524338287}" type="presParOf" srcId="{419C4EDC-07D3-46B3-A071-31FE9AEF16A5}" destId="{E922E170-23B8-4265-897F-6D52A10496CB}" srcOrd="8" destOrd="0" presId="urn:microsoft.com/office/officeart/2008/layout/LinedList"/>
    <dgm:cxn modelId="{22B0C069-BCB9-4508-A9BC-3BFCF7C4D293}" type="presParOf" srcId="{419C4EDC-07D3-46B3-A071-31FE9AEF16A5}" destId="{9F85AFBC-4089-442F-A1D0-E76601FA38C6}" srcOrd="9" destOrd="0" presId="urn:microsoft.com/office/officeart/2008/layout/LinedList"/>
    <dgm:cxn modelId="{74F491AE-7758-4051-B1B8-F1B6301CD42F}" type="presParOf" srcId="{9F85AFBC-4089-442F-A1D0-E76601FA38C6}" destId="{861BE3EA-E178-44E9-BD1C-1DA2DC40AA9C}" srcOrd="0" destOrd="0" presId="urn:microsoft.com/office/officeart/2008/layout/LinedList"/>
    <dgm:cxn modelId="{FBD42CA5-21FA-4ADF-9A92-4C22C0B770C8}" type="presParOf" srcId="{9F85AFBC-4089-442F-A1D0-E76601FA38C6}" destId="{FBABB6BE-76FF-449E-86A1-3EFCD6CAA53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B203D4-70D7-4CC2-9DBA-FF0D76E9B0B4}">
      <dsp:nvSpPr>
        <dsp:cNvPr id="0" name=""/>
        <dsp:cNvSpPr/>
      </dsp:nvSpPr>
      <dsp:spPr>
        <a:xfrm>
          <a:off x="1333" y="1064333"/>
          <a:ext cx="3121474" cy="15607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/>
            <a:t>ソケット通信の仕組み</a:t>
          </a:r>
          <a:endParaRPr lang="en-US" sz="2500" kern="1200"/>
        </a:p>
      </dsp:txBody>
      <dsp:txXfrm>
        <a:off x="47045" y="1110045"/>
        <a:ext cx="3030050" cy="1469313"/>
      </dsp:txXfrm>
    </dsp:sp>
    <dsp:sp modelId="{D4EA7F13-61EF-4EB4-8E6A-840D27B1DE16}">
      <dsp:nvSpPr>
        <dsp:cNvPr id="0" name=""/>
        <dsp:cNvSpPr/>
      </dsp:nvSpPr>
      <dsp:spPr>
        <a:xfrm>
          <a:off x="3903177" y="1064333"/>
          <a:ext cx="3121474" cy="15607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/>
            <a:t>サーバーとクライアント間での通信処理</a:t>
          </a:r>
          <a:endParaRPr lang="en-US" sz="2500" kern="1200"/>
        </a:p>
      </dsp:txBody>
      <dsp:txXfrm>
        <a:off x="3948889" y="1110045"/>
        <a:ext cx="3030050" cy="1469313"/>
      </dsp:txXfrm>
    </dsp:sp>
    <dsp:sp modelId="{52002EF9-5239-4032-86DF-20DA03202697}">
      <dsp:nvSpPr>
        <dsp:cNvPr id="0" name=""/>
        <dsp:cNvSpPr/>
      </dsp:nvSpPr>
      <dsp:spPr>
        <a:xfrm>
          <a:off x="7805020" y="1064333"/>
          <a:ext cx="3121474" cy="156073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500" kern="1200"/>
            <a:t>リアルタイムチャットの実現</a:t>
          </a:r>
          <a:endParaRPr lang="en-US" sz="2500" kern="1200"/>
        </a:p>
      </dsp:txBody>
      <dsp:txXfrm>
        <a:off x="7850732" y="1110045"/>
        <a:ext cx="3030050" cy="14693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72ECD7-288C-4E2C-B9F8-8A873AF8661B}">
      <dsp:nvSpPr>
        <dsp:cNvPr id="0" name=""/>
        <dsp:cNvSpPr/>
      </dsp:nvSpPr>
      <dsp:spPr>
        <a:xfrm>
          <a:off x="733" y="1045991"/>
          <a:ext cx="3194842" cy="159742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000" kern="1200"/>
            <a:t>サーバー側</a:t>
          </a:r>
          <a:r>
            <a:rPr lang="en-US" sz="2000" kern="1200"/>
            <a:t>:</a:t>
          </a:r>
          <a:r>
            <a:rPr lang="ja-JP" sz="2000" kern="1200"/>
            <a:t>クライアントの接続を受け付け、メッセージのやり取りを可能に</a:t>
          </a:r>
          <a:endParaRPr lang="en-US" sz="2000" kern="1200"/>
        </a:p>
      </dsp:txBody>
      <dsp:txXfrm>
        <a:off x="733" y="1045991"/>
        <a:ext cx="3194842" cy="1597421"/>
      </dsp:txXfrm>
    </dsp:sp>
    <dsp:sp modelId="{AB493BD4-5A51-4F5C-B0D2-DCECD70CF73E}">
      <dsp:nvSpPr>
        <dsp:cNvPr id="0" name=""/>
        <dsp:cNvSpPr/>
      </dsp:nvSpPr>
      <dsp:spPr>
        <a:xfrm>
          <a:off x="3866493" y="1045991"/>
          <a:ext cx="3194842" cy="159742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000" kern="1200"/>
            <a:t>クライアント側</a:t>
          </a:r>
          <a:r>
            <a:rPr lang="en-US" sz="2000" kern="1200"/>
            <a:t>:</a:t>
          </a:r>
          <a:r>
            <a:rPr lang="ja-JP" sz="2000" kern="1200"/>
            <a:t>　サーバーに接続してメッセージを送受信</a:t>
          </a:r>
          <a:endParaRPr lang="en-US" sz="2000" kern="1200"/>
        </a:p>
      </dsp:txBody>
      <dsp:txXfrm>
        <a:off x="3866493" y="1045991"/>
        <a:ext cx="3194842" cy="1597421"/>
      </dsp:txXfrm>
    </dsp:sp>
    <dsp:sp modelId="{980ECABD-62DB-4C58-AFAF-2A008F4FC735}">
      <dsp:nvSpPr>
        <dsp:cNvPr id="0" name=""/>
        <dsp:cNvSpPr/>
      </dsp:nvSpPr>
      <dsp:spPr>
        <a:xfrm>
          <a:off x="7732252" y="1045991"/>
          <a:ext cx="3194842" cy="159742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2000" kern="1200"/>
            <a:t>通信方式</a:t>
          </a:r>
          <a:r>
            <a:rPr kumimoji="1" lang="en-US" sz="2000" kern="1200"/>
            <a:t>:TCP  /  IPv4</a:t>
          </a:r>
          <a:endParaRPr lang="en-US" sz="2000" kern="1200"/>
        </a:p>
      </dsp:txBody>
      <dsp:txXfrm>
        <a:off x="7732252" y="1045991"/>
        <a:ext cx="3194842" cy="15974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25F271-7AA5-4D21-B586-FB63CCF190E5}">
      <dsp:nvSpPr>
        <dsp:cNvPr id="0" name=""/>
        <dsp:cNvSpPr/>
      </dsp:nvSpPr>
      <dsp:spPr>
        <a:xfrm>
          <a:off x="0" y="270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98DEC-4BE1-4A90-B9AA-AA9E5C695810}">
      <dsp:nvSpPr>
        <dsp:cNvPr id="0" name=""/>
        <dsp:cNvSpPr/>
      </dsp:nvSpPr>
      <dsp:spPr>
        <a:xfrm>
          <a:off x="0" y="2700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200" kern="1200"/>
            <a:t>1.</a:t>
          </a:r>
          <a:r>
            <a:rPr kumimoji="1" lang="ja-JP" sz="3200" kern="1200"/>
            <a:t>変数の定義、ソケット作成</a:t>
          </a:r>
          <a:endParaRPr lang="en-US" sz="3200" kern="1200"/>
        </a:p>
      </dsp:txBody>
      <dsp:txXfrm>
        <a:off x="0" y="2700"/>
        <a:ext cx="6291714" cy="920888"/>
      </dsp:txXfrm>
    </dsp:sp>
    <dsp:sp modelId="{18EA261E-EBB5-468C-A048-3EA9E0C238AF}">
      <dsp:nvSpPr>
        <dsp:cNvPr id="0" name=""/>
        <dsp:cNvSpPr/>
      </dsp:nvSpPr>
      <dsp:spPr>
        <a:xfrm>
          <a:off x="0" y="923589"/>
          <a:ext cx="6291714" cy="0"/>
        </a:xfrm>
        <a:prstGeom prst="line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5878D2-A442-4A51-A85E-6D36BFE4DA9D}">
      <dsp:nvSpPr>
        <dsp:cNvPr id="0" name=""/>
        <dsp:cNvSpPr/>
      </dsp:nvSpPr>
      <dsp:spPr>
        <a:xfrm>
          <a:off x="0" y="923589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200" kern="1200"/>
            <a:t>2.</a:t>
          </a:r>
          <a:r>
            <a:rPr kumimoji="1" lang="ja-JP" sz="3200" kern="1200"/>
            <a:t>アドレス構造体の設定</a:t>
          </a:r>
          <a:endParaRPr lang="en-US" sz="3200" kern="1200"/>
        </a:p>
      </dsp:txBody>
      <dsp:txXfrm>
        <a:off x="0" y="923589"/>
        <a:ext cx="6291714" cy="920888"/>
      </dsp:txXfrm>
    </dsp:sp>
    <dsp:sp modelId="{029755D1-42CF-4061-9781-90D725FF46DD}">
      <dsp:nvSpPr>
        <dsp:cNvPr id="0" name=""/>
        <dsp:cNvSpPr/>
      </dsp:nvSpPr>
      <dsp:spPr>
        <a:xfrm>
          <a:off x="0" y="1844478"/>
          <a:ext cx="6291714" cy="0"/>
        </a:xfrm>
        <a:prstGeom prst="lin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88721-E7FB-4600-B3FA-278C5493A9D7}">
      <dsp:nvSpPr>
        <dsp:cNvPr id="0" name=""/>
        <dsp:cNvSpPr/>
      </dsp:nvSpPr>
      <dsp:spPr>
        <a:xfrm>
          <a:off x="0" y="1844478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200" kern="1200"/>
            <a:t>3.</a:t>
          </a:r>
          <a:r>
            <a:rPr kumimoji="1" lang="ja-JP" sz="3200" kern="1200"/>
            <a:t>ソケットと</a:t>
          </a:r>
          <a:r>
            <a:rPr kumimoji="1" lang="en-US" sz="3200" kern="1200"/>
            <a:t>IP</a:t>
          </a:r>
          <a:r>
            <a:rPr kumimoji="1" lang="ja-JP" sz="3200" kern="1200"/>
            <a:t>アドレスの紐づけ</a:t>
          </a:r>
          <a:endParaRPr lang="en-US" sz="3200" kern="1200"/>
        </a:p>
      </dsp:txBody>
      <dsp:txXfrm>
        <a:off x="0" y="1844478"/>
        <a:ext cx="6291714" cy="920888"/>
      </dsp:txXfrm>
    </dsp:sp>
    <dsp:sp modelId="{3E055A23-8D7F-49AB-9ACF-F42DFB64BF6F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2F7C77-8D7A-46A6-9032-495552D7B3BE}">
      <dsp:nvSpPr>
        <dsp:cNvPr id="0" name=""/>
        <dsp:cNvSpPr/>
      </dsp:nvSpPr>
      <dsp:spPr>
        <a:xfrm>
          <a:off x="0" y="2765367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200" kern="1200"/>
            <a:t>4.</a:t>
          </a:r>
          <a:r>
            <a:rPr kumimoji="1" lang="ja-JP" sz="3200" kern="1200"/>
            <a:t>接続待ち</a:t>
          </a:r>
          <a:r>
            <a:rPr kumimoji="1" lang="en-US" sz="3200" kern="1200"/>
            <a:t>-&gt;</a:t>
          </a:r>
          <a:r>
            <a:rPr kumimoji="1" lang="ja-JP" sz="3200" kern="1200"/>
            <a:t>接続状態に</a:t>
          </a:r>
          <a:endParaRPr lang="en-US" sz="3200" kern="1200"/>
        </a:p>
      </dsp:txBody>
      <dsp:txXfrm>
        <a:off x="0" y="2765367"/>
        <a:ext cx="6291714" cy="920888"/>
      </dsp:txXfrm>
    </dsp:sp>
    <dsp:sp modelId="{0372DD85-B115-4676-9B0F-116D80C2B16C}">
      <dsp:nvSpPr>
        <dsp:cNvPr id="0" name=""/>
        <dsp:cNvSpPr/>
      </dsp:nvSpPr>
      <dsp:spPr>
        <a:xfrm>
          <a:off x="0" y="3686256"/>
          <a:ext cx="6291714" cy="0"/>
        </a:xfrm>
        <a:prstGeom prst="lin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4EF92-300B-4AE8-8CD2-D8A6460AA53C}">
      <dsp:nvSpPr>
        <dsp:cNvPr id="0" name=""/>
        <dsp:cNvSpPr/>
      </dsp:nvSpPr>
      <dsp:spPr>
        <a:xfrm>
          <a:off x="0" y="3686256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200" kern="1200"/>
            <a:t>5.</a:t>
          </a:r>
          <a:r>
            <a:rPr kumimoji="1" lang="ja-JP" sz="3200" kern="1200"/>
            <a:t>名前を受け取り表示</a:t>
          </a:r>
          <a:endParaRPr lang="en-US" sz="3200" kern="1200"/>
        </a:p>
      </dsp:txBody>
      <dsp:txXfrm>
        <a:off x="0" y="3686256"/>
        <a:ext cx="6291714" cy="920888"/>
      </dsp:txXfrm>
    </dsp:sp>
    <dsp:sp modelId="{2C5D93CF-3FB0-478A-913B-4E16B32EF5CC}">
      <dsp:nvSpPr>
        <dsp:cNvPr id="0" name=""/>
        <dsp:cNvSpPr/>
      </dsp:nvSpPr>
      <dsp:spPr>
        <a:xfrm>
          <a:off x="0" y="4607145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A74D6-0D66-474C-98B7-0A556377F836}">
      <dsp:nvSpPr>
        <dsp:cNvPr id="0" name=""/>
        <dsp:cNvSpPr/>
      </dsp:nvSpPr>
      <dsp:spPr>
        <a:xfrm>
          <a:off x="0" y="4607145"/>
          <a:ext cx="6291714" cy="9208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200" kern="1200"/>
            <a:t>6.</a:t>
          </a:r>
          <a:r>
            <a:rPr kumimoji="1" lang="ja-JP" sz="3200" kern="1200"/>
            <a:t>メッセージのやり取り</a:t>
          </a:r>
          <a:endParaRPr lang="en-US" sz="3200" kern="1200"/>
        </a:p>
      </dsp:txBody>
      <dsp:txXfrm>
        <a:off x="0" y="4607145"/>
        <a:ext cx="6291714" cy="9208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80DD39-8D70-4C83-B33D-652ED71757DE}">
      <dsp:nvSpPr>
        <dsp:cNvPr id="0" name=""/>
        <dsp:cNvSpPr/>
      </dsp:nvSpPr>
      <dsp:spPr>
        <a:xfrm>
          <a:off x="0" y="67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DA82FB-8674-4DF9-B2D3-66BC65E37301}">
      <dsp:nvSpPr>
        <dsp:cNvPr id="0" name=""/>
        <dsp:cNvSpPr/>
      </dsp:nvSpPr>
      <dsp:spPr>
        <a:xfrm>
          <a:off x="0" y="675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400" kern="1200"/>
            <a:t>1.</a:t>
          </a:r>
          <a:r>
            <a:rPr kumimoji="1" lang="ja-JP" sz="3400" kern="1200"/>
            <a:t>変数の定義、ソケットの作成</a:t>
          </a:r>
          <a:endParaRPr lang="en-US" sz="3400" kern="1200"/>
        </a:p>
      </dsp:txBody>
      <dsp:txXfrm>
        <a:off x="0" y="675"/>
        <a:ext cx="6291714" cy="1105876"/>
      </dsp:txXfrm>
    </dsp:sp>
    <dsp:sp modelId="{AED9FB77-66A6-4D4C-A044-56937F810C6F}">
      <dsp:nvSpPr>
        <dsp:cNvPr id="0" name=""/>
        <dsp:cNvSpPr/>
      </dsp:nvSpPr>
      <dsp:spPr>
        <a:xfrm>
          <a:off x="0" y="1106552"/>
          <a:ext cx="6291714" cy="0"/>
        </a:xfrm>
        <a:prstGeom prst="line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E980DD-B9CA-458B-A1D6-5D872BF4020B}">
      <dsp:nvSpPr>
        <dsp:cNvPr id="0" name=""/>
        <dsp:cNvSpPr/>
      </dsp:nvSpPr>
      <dsp:spPr>
        <a:xfrm>
          <a:off x="0" y="1106552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400" kern="1200"/>
            <a:t>2.</a:t>
          </a:r>
          <a:r>
            <a:rPr kumimoji="1" lang="ja-JP" sz="3400" kern="1200"/>
            <a:t>アドレス構造体の設定</a:t>
          </a:r>
          <a:endParaRPr lang="en-US" sz="3400" kern="1200"/>
        </a:p>
      </dsp:txBody>
      <dsp:txXfrm>
        <a:off x="0" y="1106552"/>
        <a:ext cx="6291714" cy="1105876"/>
      </dsp:txXfrm>
    </dsp:sp>
    <dsp:sp modelId="{A7DF54FA-552D-4318-AF93-66F98EECE1A0}">
      <dsp:nvSpPr>
        <dsp:cNvPr id="0" name=""/>
        <dsp:cNvSpPr/>
      </dsp:nvSpPr>
      <dsp:spPr>
        <a:xfrm>
          <a:off x="0" y="2212429"/>
          <a:ext cx="629171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780624-735A-43BD-8D5A-BA50F7A63046}">
      <dsp:nvSpPr>
        <dsp:cNvPr id="0" name=""/>
        <dsp:cNvSpPr/>
      </dsp:nvSpPr>
      <dsp:spPr>
        <a:xfrm>
          <a:off x="0" y="2212429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400" kern="1200"/>
            <a:t>3.</a:t>
          </a:r>
          <a:r>
            <a:rPr kumimoji="1" lang="ja-JP" sz="3400" kern="1200"/>
            <a:t>通信経路の確立</a:t>
          </a:r>
          <a:endParaRPr lang="en-US" sz="3400" kern="1200"/>
        </a:p>
      </dsp:txBody>
      <dsp:txXfrm>
        <a:off x="0" y="2212429"/>
        <a:ext cx="6291714" cy="1105876"/>
      </dsp:txXfrm>
    </dsp:sp>
    <dsp:sp modelId="{8EA1CFC0-7A5E-4537-8267-B1DF6A13BE59}">
      <dsp:nvSpPr>
        <dsp:cNvPr id="0" name=""/>
        <dsp:cNvSpPr/>
      </dsp:nvSpPr>
      <dsp:spPr>
        <a:xfrm>
          <a:off x="0" y="3318305"/>
          <a:ext cx="6291714" cy="0"/>
        </a:xfrm>
        <a:prstGeom prst="line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71E39B-8F54-4120-A589-8B30D103C08D}">
      <dsp:nvSpPr>
        <dsp:cNvPr id="0" name=""/>
        <dsp:cNvSpPr/>
      </dsp:nvSpPr>
      <dsp:spPr>
        <a:xfrm>
          <a:off x="0" y="3318305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400" kern="1200"/>
            <a:t>4.</a:t>
          </a:r>
          <a:r>
            <a:rPr kumimoji="1" lang="ja-JP" sz="3400" kern="1200"/>
            <a:t>名前のやり取り</a:t>
          </a:r>
          <a:endParaRPr lang="en-US" sz="3400" kern="1200"/>
        </a:p>
      </dsp:txBody>
      <dsp:txXfrm>
        <a:off x="0" y="3318305"/>
        <a:ext cx="6291714" cy="1105876"/>
      </dsp:txXfrm>
    </dsp:sp>
    <dsp:sp modelId="{E922E170-23B8-4265-897F-6D52A10496CB}">
      <dsp:nvSpPr>
        <dsp:cNvPr id="0" name=""/>
        <dsp:cNvSpPr/>
      </dsp:nvSpPr>
      <dsp:spPr>
        <a:xfrm>
          <a:off x="0" y="4424182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1BE3EA-E178-44E9-BD1C-1DA2DC40AA9C}">
      <dsp:nvSpPr>
        <dsp:cNvPr id="0" name=""/>
        <dsp:cNvSpPr/>
      </dsp:nvSpPr>
      <dsp:spPr>
        <a:xfrm>
          <a:off x="0" y="4424182"/>
          <a:ext cx="6291714" cy="110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400" kern="1200"/>
            <a:t>5.</a:t>
          </a:r>
          <a:r>
            <a:rPr kumimoji="1" lang="ja-JP" sz="3400" kern="1200"/>
            <a:t>メッセージのやり取り</a:t>
          </a:r>
          <a:endParaRPr lang="en-US" sz="3400" kern="1200"/>
        </a:p>
      </dsp:txBody>
      <dsp:txXfrm>
        <a:off x="0" y="4424182"/>
        <a:ext cx="6291714" cy="11058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755E63-E911-B1B4-1C52-CA9CBEB70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6084C50-4126-3789-9D94-6028B90FF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23F525-7BE0-D652-07F2-CF8EE230A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54C0-03EC-483D-B7A5-23162A2C12F2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E48C8D-CC63-F169-BDEF-154FAC4F6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9AF87B-F29C-6EE7-7680-B571F6A37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616A-1CA4-4663-A8A8-9097C5A9F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1773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C8F12A-821F-6D77-2420-85AABD938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2B56E5-C57C-4483-46E2-7B0CF58B5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7E514A-C9E1-CF20-AB20-B6A3BAF6F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54C0-03EC-483D-B7A5-23162A2C12F2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803BB4-70BD-A133-B80D-7D9C435FA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EF880E-F705-474C-E6C7-F956E469B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616A-1CA4-4663-A8A8-9097C5A9F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681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43E182-4B60-D9C2-DFB5-53002B714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8A31A47-2018-1E98-9581-638693C4C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2D141B-32AB-BDFD-7AE0-F7135B5BE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54C0-03EC-483D-B7A5-23162A2C12F2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B28A9C-102E-CC1B-B8F4-E129FE0FA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4AFED0-26A2-4C73-5E5A-69956CA93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616A-1CA4-4663-A8A8-9097C5A9F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027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D21553-B947-A951-8E3F-60490B6CE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C426CF-0514-35AC-19E4-21C6504D48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61B3A80-AF91-91CC-316E-8CFD800C4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864114-2A7A-CB16-D51F-4B68EECAB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54C0-03EC-483D-B7A5-23162A2C12F2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D6D663D-22D1-DB7B-20EC-6EAD05B1B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7D0CED-C094-49F0-DF73-6038BB591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616A-1CA4-4663-A8A8-9097C5A9F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8748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F3EA2E-5E35-3FDE-C1C2-3225F8C30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F5875A1-AA46-D933-15CB-0C5E5DBCB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D96681F-8805-7E93-0958-68A8FF56E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4C121C3-3ECA-080B-B70B-FA2DD7D04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37D619B-A081-60D5-2271-A32E1B9873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42470C3-DFF5-870A-F636-DC9911DF4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54C0-03EC-483D-B7A5-23162A2C12F2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39D3C76-267E-CB1B-852E-5D24B033D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80987C6-4081-DD8F-6843-08E7DDD08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616A-1CA4-4663-A8A8-9097C5A9F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6541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EAC2D1-4321-5BF1-B19C-66B1524BE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04A6117-1FF1-75D5-E53C-F7B336A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54C0-03EC-483D-B7A5-23162A2C12F2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2891945-FE47-C3E8-38D5-CADC69845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0DF1982-CFD9-8F18-93E2-742F488A1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616A-1CA4-4663-A8A8-9097C5A9F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1084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BE6A1B4-AD59-8B38-B992-1F411DA21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54C0-03EC-483D-B7A5-23162A2C12F2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4C437E1-D5DE-801D-894B-31269103D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F37F7B-BFA1-882A-0554-0D3E37BD4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616A-1CA4-4663-A8A8-9097C5A9F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89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624472-1C72-3BA9-4490-97260B3E2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B29437-26B8-677A-6437-1F3DF24F6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F6AE6B-5810-967C-3362-4D820A9FD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275282-E951-D89B-98F6-C9BB0F12D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54C0-03EC-483D-B7A5-23162A2C12F2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39D218-AC9C-6D15-AE35-BAC624D9B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20AAB24-7A54-B0D5-9232-6470C7086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616A-1CA4-4663-A8A8-9097C5A9F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367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04EEFA-78A6-3FE5-E5D5-B2F75D450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EC22426-B497-22DB-2284-B71A32AB1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7DF0045-0DB4-DFBB-3B3D-D8534276A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58BBD5-2B45-9D8E-1A8C-F7A9AB453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54C0-03EC-483D-B7A5-23162A2C12F2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D31DC9-B14C-D123-C539-11AD03560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8303F9-3AB3-3983-BB96-077AD91B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616A-1CA4-4663-A8A8-9097C5A9F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447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586358-5A65-F7A4-1082-20E1C52EC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6ED43EE-AC94-454B-9BE6-9E027C444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EFC726-C9F3-2C1F-EF54-9E3FEF041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54C0-03EC-483D-B7A5-23162A2C12F2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547228-0829-A50E-B3A2-1EA2785B0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B3FEE1-FF14-045E-D0B6-108C2E26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616A-1CA4-4663-A8A8-9097C5A9F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9403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29CCEC4-8774-7F0F-DD29-E9312DD3A9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54FCE74-CF65-B794-BCEB-57818C2615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6B4875-D07C-F15A-6FEE-779B3933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E54C0-03EC-483D-B7A5-23162A2C12F2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F295B4-4ABD-792F-22EB-4190FDDA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81803C-0D5D-2344-67A8-49107ACC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F616A-1CA4-4663-A8A8-9097C5A9F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581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1C0BCB3-D10C-75E8-DDB9-8BC28B8AC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C6AD33A-7F43-5181-823D-B2634A2D8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F04772-3EA0-F1A7-A2FC-A9899FE02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E54C0-03EC-483D-B7A5-23162A2C12F2}" type="datetimeFigureOut">
              <a:rPr kumimoji="1" lang="ja-JP" altLang="en-US" smtClean="0"/>
              <a:t>2025/10/26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A715B5-E749-D173-8C74-54DF3B466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797DD9-D897-F195-D0F8-0F3463680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CF616A-1CA4-4663-A8A8-9097C5A9F5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5177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9D2D7C2-BD57-5679-F14B-28BFC27AFB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kumimoji="1" lang="ja-JP" altLang="en-US" sz="4800">
                <a:solidFill>
                  <a:srgbClr val="FFFFFF"/>
                </a:solidFill>
              </a:rPr>
              <a:t>第</a:t>
            </a:r>
            <a:r>
              <a:rPr kumimoji="1" lang="en-US" altLang="ja-JP" sz="4800">
                <a:solidFill>
                  <a:srgbClr val="FFFFFF"/>
                </a:solidFill>
              </a:rPr>
              <a:t>5</a:t>
            </a:r>
            <a:r>
              <a:rPr kumimoji="1" lang="ja-JP" altLang="en-US" sz="4800">
                <a:solidFill>
                  <a:srgbClr val="FFFFFF"/>
                </a:solidFill>
              </a:rPr>
              <a:t>回宮澤研究室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1181E72-E0C0-A73B-DF41-13F1BC86F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kumimoji="1" lang="en-US" altLang="ja-JP" dirty="0"/>
              <a:t>2023TS030 </a:t>
            </a:r>
            <a:r>
              <a:rPr kumimoji="1" lang="ja-JP" altLang="en-US" dirty="0"/>
              <a:t>川瀬　翔大　河村　貴史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441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9C06497-4ABB-34FD-966E-F37975E3B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kumimoji="1" lang="ja-JP" altLang="en-US" sz="4000">
                <a:solidFill>
                  <a:srgbClr val="FFFFFF"/>
                </a:solidFill>
              </a:rPr>
              <a:t>目標</a:t>
            </a: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FF668449-F00B-E29C-986F-0DF43BC4BF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802588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2532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23F52F5-8D75-A454-DA15-99A7D8145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ja-JP" altLang="en-US" sz="4000">
                <a:solidFill>
                  <a:srgbClr val="FFFFFF"/>
                </a:solidFill>
              </a:rPr>
              <a:t>基本構成</a:t>
            </a:r>
            <a:endParaRPr kumimoji="1" lang="ja-JP" alt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8BEBF64D-95AB-5109-D1D5-24EB425662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07481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9436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227551A-0A10-9628-C1F9-59B0647AA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ja-JP" altLang="en-US">
                <a:solidFill>
                  <a:srgbClr val="FFFFFF"/>
                </a:solidFill>
              </a:rPr>
              <a:t>サーバー側の流れ</a:t>
            </a:r>
            <a:endParaRPr kumimoji="1" lang="ja-JP" altLang="en-US">
              <a:solidFill>
                <a:srgbClr val="FFFFFF"/>
              </a:solidFill>
            </a:endParaRP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D661986B-39C2-9277-E2DC-FDFFF0A9C7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0978287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5923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C411219-E484-9857-C200-9043159CB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kumimoji="1" lang="ja-JP" altLang="en-US">
                <a:solidFill>
                  <a:srgbClr val="FFFFFF"/>
                </a:solidFill>
              </a:rPr>
              <a:t>クライアント側の流れ</a:t>
            </a: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F9DCF3FD-A6AC-FA21-FF53-6BC00DEE80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4340612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6383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8E2F89D-020B-E04D-A341-80E0F8C3B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課題</a:t>
            </a:r>
            <a:endParaRPr kumimoji="1" lang="en-US" altLang="ja-JP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D97029-2101-8BA1-D311-07905479E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kumimoji="1" lang="ja-JP" alt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しっかりとしたリアルタイム制にしサーバーが仲介役となりクライアント間のチャットをできるようにする。</a:t>
            </a:r>
          </a:p>
        </p:txBody>
      </p:sp>
    </p:spTree>
    <p:extLst>
      <p:ext uri="{BB962C8B-B14F-4D97-AF65-F5344CB8AC3E}">
        <p14:creationId xmlns:p14="http://schemas.microsoft.com/office/powerpoint/2010/main" val="311300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724BAD-80F4-C78C-D8FF-F88609100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参考文献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B8D8C2-07FE-D541-2FC5-692F8C6D8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だえうホームページ</a:t>
            </a:r>
            <a:r>
              <a:rPr lang="en-US" altLang="ja-JP" dirty="0"/>
              <a:t>,https://daeudaeu.com/socket/,2025 </a:t>
            </a:r>
            <a:r>
              <a:rPr lang="ja-JP" altLang="en-US" dirty="0"/>
              <a:t>年 </a:t>
            </a:r>
            <a:r>
              <a:rPr lang="en-US" altLang="ja-JP" dirty="0"/>
              <a:t>10 </a:t>
            </a:r>
            <a:r>
              <a:rPr lang="ja-JP" altLang="en-US" dirty="0"/>
              <a:t>月 </a:t>
            </a:r>
            <a:r>
              <a:rPr lang="en-US" altLang="ja-JP" dirty="0"/>
              <a:t>22 </a:t>
            </a:r>
            <a:r>
              <a:rPr lang="ja-JP" altLang="en-US" dirty="0"/>
              <a:t>日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だえうホームページ</a:t>
            </a:r>
            <a:r>
              <a:rPr lang="en-US" altLang="ja-JP" dirty="0"/>
              <a:t>,https://daeudaeu.com/</a:t>
            </a:r>
            <a:r>
              <a:rPr lang="en-US" altLang="ja-JP" dirty="0" err="1"/>
              <a:t>fflush</a:t>
            </a:r>
            <a:r>
              <a:rPr lang="en-US" altLang="ja-JP" dirty="0"/>
              <a:t>/,2025 </a:t>
            </a:r>
            <a:r>
              <a:rPr lang="ja-JP" altLang="en-US" dirty="0"/>
              <a:t>年 </a:t>
            </a:r>
            <a:r>
              <a:rPr lang="en-US" altLang="ja-JP" dirty="0"/>
              <a:t>10 </a:t>
            </a:r>
            <a:r>
              <a:rPr lang="ja-JP" altLang="en-US" dirty="0"/>
              <a:t>月</a:t>
            </a:r>
            <a:r>
              <a:rPr lang="en-US" altLang="ja-JP" dirty="0"/>
              <a:t>22</a:t>
            </a:r>
            <a:r>
              <a:rPr lang="ja-JP" altLang="en-US" dirty="0"/>
              <a:t>日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 err="1"/>
              <a:t>CEEKBLOCKS,https</a:t>
            </a:r>
            <a:r>
              <a:rPr lang="en-US" altLang="ja-JP" dirty="0"/>
              <a:t>://af-e.net/c-language-</a:t>
            </a:r>
            <a:r>
              <a:rPr lang="en-US" altLang="ja-JP" dirty="0" err="1"/>
              <a:t>memset</a:t>
            </a:r>
            <a:r>
              <a:rPr lang="en-US" altLang="ja-JP" dirty="0"/>
              <a:t>/,2025 </a:t>
            </a:r>
            <a:r>
              <a:rPr lang="ja-JP" altLang="en-US" dirty="0"/>
              <a:t>年 </a:t>
            </a:r>
            <a:r>
              <a:rPr lang="en-US" altLang="ja-JP" dirty="0"/>
              <a:t>10 </a:t>
            </a:r>
            <a:r>
              <a:rPr lang="ja-JP" altLang="en-US" dirty="0"/>
              <a:t>月 </a:t>
            </a:r>
            <a:r>
              <a:rPr lang="en-US" altLang="ja-JP" dirty="0"/>
              <a:t>22 </a:t>
            </a:r>
            <a:r>
              <a:rPr lang="ja-JP" altLang="en-US" dirty="0"/>
              <a:t>日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57705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B960DDE-9070-4F02-39C0-5F233F34F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ご清聴ありがとうございました</a:t>
            </a:r>
          </a:p>
        </p:txBody>
      </p:sp>
    </p:spTree>
    <p:extLst>
      <p:ext uri="{BB962C8B-B14F-4D97-AF65-F5344CB8AC3E}">
        <p14:creationId xmlns:p14="http://schemas.microsoft.com/office/powerpoint/2010/main" val="894184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210</Words>
  <Application>Microsoft Office PowerPoint</Application>
  <PresentationFormat>ワイド画面</PresentationFormat>
  <Paragraphs>32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第5回宮澤研究室</vt:lpstr>
      <vt:lpstr>目標</vt:lpstr>
      <vt:lpstr>基本構成</vt:lpstr>
      <vt:lpstr>サーバー側の流れ</vt:lpstr>
      <vt:lpstr>クライアント側の流れ</vt:lpstr>
      <vt:lpstr>課題</vt:lpstr>
      <vt:lpstr>参考文献</vt:lpstr>
      <vt:lpstr>ご清聴ありがとうございました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23ts030</dc:creator>
  <cp:lastModifiedBy>23ts030</cp:lastModifiedBy>
  <cp:revision>6</cp:revision>
  <dcterms:created xsi:type="dcterms:W3CDTF">2025-10-23T05:26:23Z</dcterms:created>
  <dcterms:modified xsi:type="dcterms:W3CDTF">2025-10-26T14:49:14Z</dcterms:modified>
</cp:coreProperties>
</file>